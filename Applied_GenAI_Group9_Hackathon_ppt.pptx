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changesInfos/changesInfo1.xml" ContentType="application/vnd.ms-powerpoint.changesinfo+xml"/>
  <Override PartName="/ppt/revisionInfo.xml" ContentType="application/vnd.ms-powerpoint.revisioninfo+xml"/>
  <Override PartName="/docProps/core.xml" ContentType="application/vnd.openxmlformats-package.core-properties+xml"/>
  <Override PartName="/docProps/app.xml" ContentType="application/vnd.openxmlformats-officedocument.extended-properties+xml"/>
  <Override PartName="/docMetadata/LabelInfo.xml" ContentType="application/vnd.ms-office.classificationlabel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5" Type="http://schemas.microsoft.com/office/2020/02/relationships/classificationlabels" Target="docMetadata/LabelInfo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notesMasterIdLst>
    <p:notesMasterId r:id="rId13"/>
  </p:notesMasterIdLst>
  <p:sldIdLst>
    <p:sldId id="263" r:id="rId2"/>
    <p:sldId id="276" r:id="rId3"/>
    <p:sldId id="268" r:id="rId4"/>
    <p:sldId id="269" r:id="rId5"/>
    <p:sldId id="270" r:id="rId6"/>
    <p:sldId id="271" r:id="rId7"/>
    <p:sldId id="272" r:id="rId8"/>
    <p:sldId id="273" r:id="rId9"/>
    <p:sldId id="274" r:id="rId10"/>
    <p:sldId id="275" r:id="rId11"/>
    <p:sldId id="267" r:id="rId12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clrMru>
    <a:srgbClr val="BD0FB5"/>
    <a:srgbClr val="FF00FF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revisionInfo.xml><?xml version="1.0" encoding="utf-8"?>
<p1510:revInfo xmlns:a="http://schemas.openxmlformats.org/drawingml/2006/main" xmlns:r="http://schemas.openxmlformats.org/officeDocument/2006/relationships" xmlns:p1510="http://schemas.microsoft.com/office/powerpoint/2015/10/main">
  <p1510:revLst>
    <p1510:client id="{1AC63D6F-6521-4084-9658-533BB8B18568}" v="145" dt="2025-10-19T17:41:08.532"/>
  </p1510:revLst>
</p1510:revInfo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Medium Style 2 - Accent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  <a:tblStyle styleId="{073A0DAA-6AF3-43AB-8588-CEC1D06C72B9}" styleName="Medium Style 2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dk1">
              <a:tint val="20000"/>
            </a:schemeClr>
          </a:solidFill>
        </a:fill>
      </a:tcStyle>
    </a:wholeTbl>
    <a:band1H>
      <a:tcStyle>
        <a:tcBdr/>
        <a:fill>
          <a:solidFill>
            <a:schemeClr val="dk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dk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dk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dk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dk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dk1"/>
          </a:solidFill>
        </a:fill>
      </a:tcStyle>
    </a:firstRow>
  </a:tblStyle>
  <a:tblStyle styleId="{7DF18680-E054-41AD-8BC1-D1AEF772440D}" styleName="Medium Style 2 - Accent 5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5">
              <a:tint val="20000"/>
            </a:schemeClr>
          </a:solidFill>
        </a:fill>
      </a:tcStyle>
    </a:wholeTbl>
    <a:band1H>
      <a:tcStyle>
        <a:tcBdr/>
        <a:fill>
          <a:solidFill>
            <a:schemeClr val="accent5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5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5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5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5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5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4995" autoAdjust="0"/>
    <p:restoredTop sz="94660"/>
  </p:normalViewPr>
  <p:slideViewPr>
    <p:cSldViewPr snapToGrid="0">
      <p:cViewPr varScale="1">
        <p:scale>
          <a:sx n="78" d="100"/>
          <a:sy n="78" d="100"/>
        </p:scale>
        <p:origin x="878" y="6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notesMaster" Target="notesMasters/notesMaster1.xml"/><Relationship Id="rId18" Type="http://schemas.microsoft.com/office/2016/11/relationships/changesInfo" Target="changesInfos/changesInfo1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tableStyles" Target="tableStyles.xml"/><Relationship Id="rId2" Type="http://schemas.openxmlformats.org/officeDocument/2006/relationships/slide" Target="slides/slide1.xml"/><Relationship Id="rId16" Type="http://schemas.openxmlformats.org/officeDocument/2006/relationships/theme" Target="theme/them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viewProps" Target="viewProps.xml"/><Relationship Id="rId10" Type="http://schemas.openxmlformats.org/officeDocument/2006/relationships/slide" Target="slides/slide9.xml"/><Relationship Id="rId19" Type="http://schemas.microsoft.com/office/2015/10/relationships/revisionInfo" Target="revisionInfo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presProps" Target="presProps.xml"/></Relationships>
</file>

<file path=ppt/changesInfos/changesInfo1.xml><?xml version="1.0" encoding="utf-8"?>
<pc:chgInfo xmlns:a="http://schemas.openxmlformats.org/drawingml/2006/main" xmlns:r="http://schemas.openxmlformats.org/officeDocument/2006/relationships" xmlns:ac="http://schemas.microsoft.com/office/drawing/2013/main/command" xmlns:pc="http://schemas.microsoft.com/office/powerpoint/2013/main/command">
  <pc:docChgLst>
    <pc:chgData name="Sailesh Ananthanarayanan" userId="f42ef1b7-c100-4a35-b257-55677cdffeb6" providerId="ADAL" clId="{1A29EBC3-EB57-4714-82B3-D19893980C54}"/>
    <pc:docChg chg="undo redo custSel addSld delSld modSld sldOrd">
      <pc:chgData name="Sailesh Ananthanarayanan" userId="f42ef1b7-c100-4a35-b257-55677cdffeb6" providerId="ADAL" clId="{1A29EBC3-EB57-4714-82B3-D19893980C54}" dt="2025-10-19T17:46:19.800" v="8252" actId="20577"/>
      <pc:docMkLst>
        <pc:docMk/>
      </pc:docMkLst>
      <pc:sldChg chg="add del">
        <pc:chgData name="Sailesh Ananthanarayanan" userId="f42ef1b7-c100-4a35-b257-55677cdffeb6" providerId="ADAL" clId="{1A29EBC3-EB57-4714-82B3-D19893980C54}" dt="2025-10-18T23:21:05.325" v="104" actId="47"/>
        <pc:sldMkLst>
          <pc:docMk/>
          <pc:sldMk cId="3818803581" sldId="256"/>
        </pc:sldMkLst>
      </pc:sldChg>
      <pc:sldChg chg="del">
        <pc:chgData name="Sailesh Ananthanarayanan" userId="f42ef1b7-c100-4a35-b257-55677cdffeb6" providerId="ADAL" clId="{1A29EBC3-EB57-4714-82B3-D19893980C54}" dt="2025-10-18T23:13:44.907" v="78" actId="47"/>
        <pc:sldMkLst>
          <pc:docMk/>
          <pc:sldMk cId="2547522535" sldId="257"/>
        </pc:sldMkLst>
      </pc:sldChg>
      <pc:sldChg chg="add del">
        <pc:chgData name="Sailesh Ananthanarayanan" userId="f42ef1b7-c100-4a35-b257-55677cdffeb6" providerId="ADAL" clId="{1A29EBC3-EB57-4714-82B3-D19893980C54}" dt="2025-10-18T23:13:42.944" v="77" actId="47"/>
        <pc:sldMkLst>
          <pc:docMk/>
          <pc:sldMk cId="897680928" sldId="258"/>
        </pc:sldMkLst>
      </pc:sldChg>
      <pc:sldChg chg="add del">
        <pc:chgData name="Sailesh Ananthanarayanan" userId="f42ef1b7-c100-4a35-b257-55677cdffeb6" providerId="ADAL" clId="{1A29EBC3-EB57-4714-82B3-D19893980C54}" dt="2025-10-18T23:13:40.643" v="76" actId="47"/>
        <pc:sldMkLst>
          <pc:docMk/>
          <pc:sldMk cId="763581070" sldId="259"/>
        </pc:sldMkLst>
      </pc:sldChg>
      <pc:sldChg chg="add del ord">
        <pc:chgData name="Sailesh Ananthanarayanan" userId="f42ef1b7-c100-4a35-b257-55677cdffeb6" providerId="ADAL" clId="{1A29EBC3-EB57-4714-82B3-D19893980C54}" dt="2025-10-19T06:53:10.404" v="3582" actId="47"/>
        <pc:sldMkLst>
          <pc:docMk/>
          <pc:sldMk cId="3708060827" sldId="260"/>
        </pc:sldMkLst>
      </pc:sldChg>
      <pc:sldChg chg="add del">
        <pc:chgData name="Sailesh Ananthanarayanan" userId="f42ef1b7-c100-4a35-b257-55677cdffeb6" providerId="ADAL" clId="{1A29EBC3-EB57-4714-82B3-D19893980C54}" dt="2025-10-18T23:13:30.365" v="70" actId="47"/>
        <pc:sldMkLst>
          <pc:docMk/>
          <pc:sldMk cId="3440129376" sldId="261"/>
        </pc:sldMkLst>
      </pc:sldChg>
      <pc:sldChg chg="del">
        <pc:chgData name="Sailesh Ananthanarayanan" userId="f42ef1b7-c100-4a35-b257-55677cdffeb6" providerId="ADAL" clId="{1A29EBC3-EB57-4714-82B3-D19893980C54}" dt="2025-10-18T23:13:15.121" v="55" actId="47"/>
        <pc:sldMkLst>
          <pc:docMk/>
          <pc:sldMk cId="2433116495" sldId="262"/>
        </pc:sldMkLst>
      </pc:sldChg>
      <pc:sldChg chg="modSp mod">
        <pc:chgData name="Sailesh Ananthanarayanan" userId="f42ef1b7-c100-4a35-b257-55677cdffeb6" providerId="ADAL" clId="{1A29EBC3-EB57-4714-82B3-D19893980C54}" dt="2025-10-19T07:56:30.533" v="4878" actId="115"/>
        <pc:sldMkLst>
          <pc:docMk/>
          <pc:sldMk cId="1038558744" sldId="263"/>
        </pc:sldMkLst>
        <pc:spChg chg="mod">
          <ac:chgData name="Sailesh Ananthanarayanan" userId="f42ef1b7-c100-4a35-b257-55677cdffeb6" providerId="ADAL" clId="{1A29EBC3-EB57-4714-82B3-D19893980C54}" dt="2025-10-19T07:56:30.533" v="4878" actId="115"/>
          <ac:spMkLst>
            <pc:docMk/>
            <pc:sldMk cId="1038558744" sldId="263"/>
            <ac:spMk id="3" creationId="{09F45E88-69AE-6E11-0B4D-7320D385F0A4}"/>
          </ac:spMkLst>
        </pc:spChg>
      </pc:sldChg>
      <pc:sldChg chg="add del">
        <pc:chgData name="Sailesh Ananthanarayanan" userId="f42ef1b7-c100-4a35-b257-55677cdffeb6" providerId="ADAL" clId="{1A29EBC3-EB57-4714-82B3-D19893980C54}" dt="2025-10-18T23:13:38.790" v="75" actId="47"/>
        <pc:sldMkLst>
          <pc:docMk/>
          <pc:sldMk cId="2757710558" sldId="264"/>
        </pc:sldMkLst>
      </pc:sldChg>
      <pc:sldChg chg="add del">
        <pc:chgData name="Sailesh Ananthanarayanan" userId="f42ef1b7-c100-4a35-b257-55677cdffeb6" providerId="ADAL" clId="{1A29EBC3-EB57-4714-82B3-D19893980C54}" dt="2025-10-18T23:13:33.440" v="72" actId="47"/>
        <pc:sldMkLst>
          <pc:docMk/>
          <pc:sldMk cId="495148433" sldId="265"/>
        </pc:sldMkLst>
      </pc:sldChg>
      <pc:sldChg chg="add del">
        <pc:chgData name="Sailesh Ananthanarayanan" userId="f42ef1b7-c100-4a35-b257-55677cdffeb6" providerId="ADAL" clId="{1A29EBC3-EB57-4714-82B3-D19893980C54}" dt="2025-10-18T23:13:31.966" v="71" actId="47"/>
        <pc:sldMkLst>
          <pc:docMk/>
          <pc:sldMk cId="3159824574" sldId="266"/>
        </pc:sldMkLst>
      </pc:sldChg>
      <pc:sldChg chg="modSp add del mod ord">
        <pc:chgData name="Sailesh Ananthanarayanan" userId="f42ef1b7-c100-4a35-b257-55677cdffeb6" providerId="ADAL" clId="{1A29EBC3-EB57-4714-82B3-D19893980C54}" dt="2025-10-19T17:45:16.010" v="8217" actId="255"/>
        <pc:sldMkLst>
          <pc:docMk/>
          <pc:sldMk cId="1560445543" sldId="267"/>
        </pc:sldMkLst>
        <pc:spChg chg="mod">
          <ac:chgData name="Sailesh Ananthanarayanan" userId="f42ef1b7-c100-4a35-b257-55677cdffeb6" providerId="ADAL" clId="{1A29EBC3-EB57-4714-82B3-D19893980C54}" dt="2025-10-19T17:45:16.010" v="8217" actId="255"/>
          <ac:spMkLst>
            <pc:docMk/>
            <pc:sldMk cId="1560445543" sldId="267"/>
            <ac:spMk id="3" creationId="{198E133A-ACF7-63CB-F711-AF420DDA00CB}"/>
          </ac:spMkLst>
        </pc:spChg>
      </pc:sldChg>
      <pc:sldChg chg="addSp delSp modSp new mod">
        <pc:chgData name="Sailesh Ananthanarayanan" userId="f42ef1b7-c100-4a35-b257-55677cdffeb6" providerId="ADAL" clId="{1A29EBC3-EB57-4714-82B3-D19893980C54}" dt="2025-10-19T03:43:58.710" v="2769" actId="20577"/>
        <pc:sldMkLst>
          <pc:docMk/>
          <pc:sldMk cId="205780244" sldId="268"/>
        </pc:sldMkLst>
        <pc:spChg chg="add del mod">
          <ac:chgData name="Sailesh Ananthanarayanan" userId="f42ef1b7-c100-4a35-b257-55677cdffeb6" providerId="ADAL" clId="{1A29EBC3-EB57-4714-82B3-D19893980C54}" dt="2025-10-19T02:02:14.446" v="165" actId="478"/>
          <ac:spMkLst>
            <pc:docMk/>
            <pc:sldMk cId="205780244" sldId="268"/>
            <ac:spMk id="2" creationId="{589C8A24-64AE-9875-2ED9-9B3ED24CA45B}"/>
          </ac:spMkLst>
        </pc:spChg>
        <pc:spChg chg="mod">
          <ac:chgData name="Sailesh Ananthanarayanan" userId="f42ef1b7-c100-4a35-b257-55677cdffeb6" providerId="ADAL" clId="{1A29EBC3-EB57-4714-82B3-D19893980C54}" dt="2025-10-19T03:43:58.710" v="2769" actId="20577"/>
          <ac:spMkLst>
            <pc:docMk/>
            <pc:sldMk cId="205780244" sldId="268"/>
            <ac:spMk id="3" creationId="{71C89245-29EF-51B4-05E9-8E88202290BB}"/>
          </ac:spMkLst>
        </pc:spChg>
        <pc:spChg chg="add del mod">
          <ac:chgData name="Sailesh Ananthanarayanan" userId="f42ef1b7-c100-4a35-b257-55677cdffeb6" providerId="ADAL" clId="{1A29EBC3-EB57-4714-82B3-D19893980C54}" dt="2025-10-19T02:02:10.834" v="164" actId="478"/>
          <ac:spMkLst>
            <pc:docMk/>
            <pc:sldMk cId="205780244" sldId="268"/>
            <ac:spMk id="5" creationId="{26E94285-A4EA-7367-6EA4-1900E24DF10B}"/>
          </ac:spMkLst>
        </pc:spChg>
        <pc:spChg chg="add del mod">
          <ac:chgData name="Sailesh Ananthanarayanan" userId="f42ef1b7-c100-4a35-b257-55677cdffeb6" providerId="ADAL" clId="{1A29EBC3-EB57-4714-82B3-D19893980C54}" dt="2025-10-19T02:02:19.358" v="166" actId="478"/>
          <ac:spMkLst>
            <pc:docMk/>
            <pc:sldMk cId="205780244" sldId="268"/>
            <ac:spMk id="7" creationId="{781A9522-F2DD-0AEE-AA23-1F3D06E21D8B}"/>
          </ac:spMkLst>
        </pc:spChg>
        <pc:picChg chg="add del">
          <ac:chgData name="Sailesh Ananthanarayanan" userId="f42ef1b7-c100-4a35-b257-55677cdffeb6" providerId="ADAL" clId="{1A29EBC3-EB57-4714-82B3-D19893980C54}" dt="2025-10-19T02:32:36.798" v="481" actId="22"/>
          <ac:picMkLst>
            <pc:docMk/>
            <pc:sldMk cId="205780244" sldId="268"/>
            <ac:picMk id="9" creationId="{BE3E699B-B489-418E-11B9-6E9C0C8D5217}"/>
          </ac:picMkLst>
        </pc:picChg>
        <pc:picChg chg="add mod">
          <ac:chgData name="Sailesh Ananthanarayanan" userId="f42ef1b7-c100-4a35-b257-55677cdffeb6" providerId="ADAL" clId="{1A29EBC3-EB57-4714-82B3-D19893980C54}" dt="2025-10-19T02:42:56.838" v="834" actId="1076"/>
          <ac:picMkLst>
            <pc:docMk/>
            <pc:sldMk cId="205780244" sldId="268"/>
            <ac:picMk id="11" creationId="{EADE2827-E4C4-1394-90FA-2143AD0FBB5F}"/>
          </ac:picMkLst>
        </pc:picChg>
      </pc:sldChg>
      <pc:sldChg chg="modSp new del mod">
        <pc:chgData name="Sailesh Ananthanarayanan" userId="f42ef1b7-c100-4a35-b257-55677cdffeb6" providerId="ADAL" clId="{1A29EBC3-EB57-4714-82B3-D19893980C54}" dt="2025-10-18T23:21:00.623" v="101" actId="680"/>
        <pc:sldMkLst>
          <pc:docMk/>
          <pc:sldMk cId="3583757658" sldId="268"/>
        </pc:sldMkLst>
        <pc:spChg chg="mod">
          <ac:chgData name="Sailesh Ananthanarayanan" userId="f42ef1b7-c100-4a35-b257-55677cdffeb6" providerId="ADAL" clId="{1A29EBC3-EB57-4714-82B3-D19893980C54}" dt="2025-10-18T23:20:59.639" v="99" actId="14100"/>
          <ac:spMkLst>
            <pc:docMk/>
            <pc:sldMk cId="3583757658" sldId="268"/>
            <ac:spMk id="2" creationId="{F285CB7E-1D41-C7D8-E783-23783737AEA2}"/>
          </ac:spMkLst>
        </pc:spChg>
        <pc:spChg chg="mod">
          <ac:chgData name="Sailesh Ananthanarayanan" userId="f42ef1b7-c100-4a35-b257-55677cdffeb6" providerId="ADAL" clId="{1A29EBC3-EB57-4714-82B3-D19893980C54}" dt="2025-10-18T23:20:59.176" v="98" actId="5793"/>
          <ac:spMkLst>
            <pc:docMk/>
            <pc:sldMk cId="3583757658" sldId="268"/>
            <ac:spMk id="3" creationId="{29889909-3DC2-DDFC-8B26-E1ADFA454440}"/>
          </ac:spMkLst>
        </pc:spChg>
      </pc:sldChg>
      <pc:sldChg chg="new del">
        <pc:chgData name="Sailesh Ananthanarayanan" userId="f42ef1b7-c100-4a35-b257-55677cdffeb6" providerId="ADAL" clId="{1A29EBC3-EB57-4714-82B3-D19893980C54}" dt="2025-10-19T02:32:23.479" v="474" actId="680"/>
        <pc:sldMkLst>
          <pc:docMk/>
          <pc:sldMk cId="1421984843" sldId="269"/>
        </pc:sldMkLst>
      </pc:sldChg>
      <pc:sldChg chg="addSp delSp modSp new mod">
        <pc:chgData name="Sailesh Ananthanarayanan" userId="f42ef1b7-c100-4a35-b257-55677cdffeb6" providerId="ADAL" clId="{1A29EBC3-EB57-4714-82B3-D19893980C54}" dt="2025-10-19T07:52:02.839" v="4522" actId="20577"/>
        <pc:sldMkLst>
          <pc:docMk/>
          <pc:sldMk cId="2128075448" sldId="269"/>
        </pc:sldMkLst>
        <pc:spChg chg="del">
          <ac:chgData name="Sailesh Ananthanarayanan" userId="f42ef1b7-c100-4a35-b257-55677cdffeb6" providerId="ADAL" clId="{1A29EBC3-EB57-4714-82B3-D19893980C54}" dt="2025-10-19T02:44:01.701" v="920" actId="478"/>
          <ac:spMkLst>
            <pc:docMk/>
            <pc:sldMk cId="2128075448" sldId="269"/>
            <ac:spMk id="2" creationId="{DC4652B2-200F-7D57-FE1F-2F9BADAAA0A1}"/>
          </ac:spMkLst>
        </pc:spChg>
        <pc:spChg chg="mod">
          <ac:chgData name="Sailesh Ananthanarayanan" userId="f42ef1b7-c100-4a35-b257-55677cdffeb6" providerId="ADAL" clId="{1A29EBC3-EB57-4714-82B3-D19893980C54}" dt="2025-10-19T07:52:02.839" v="4522" actId="20577"/>
          <ac:spMkLst>
            <pc:docMk/>
            <pc:sldMk cId="2128075448" sldId="269"/>
            <ac:spMk id="3" creationId="{141B7FB7-5776-0321-BB1E-3561095C42C5}"/>
          </ac:spMkLst>
        </pc:spChg>
        <pc:picChg chg="add mod">
          <ac:chgData name="Sailesh Ananthanarayanan" userId="f42ef1b7-c100-4a35-b257-55677cdffeb6" providerId="ADAL" clId="{1A29EBC3-EB57-4714-82B3-D19893980C54}" dt="2025-10-19T03:01:37.224" v="1615" actId="1076"/>
          <ac:picMkLst>
            <pc:docMk/>
            <pc:sldMk cId="2128075448" sldId="269"/>
            <ac:picMk id="5" creationId="{5A5B149B-3C18-A5D7-F025-23AE64AD5365}"/>
          </ac:picMkLst>
        </pc:picChg>
        <pc:picChg chg="add mod">
          <ac:chgData name="Sailesh Ananthanarayanan" userId="f42ef1b7-c100-4a35-b257-55677cdffeb6" providerId="ADAL" clId="{1A29EBC3-EB57-4714-82B3-D19893980C54}" dt="2025-10-19T03:01:40.574" v="1616" actId="14100"/>
          <ac:picMkLst>
            <pc:docMk/>
            <pc:sldMk cId="2128075448" sldId="269"/>
            <ac:picMk id="7" creationId="{DDEB89EA-E887-E6CC-0527-5AFA34C8619D}"/>
          </ac:picMkLst>
        </pc:picChg>
        <pc:picChg chg="add mod">
          <ac:chgData name="Sailesh Ananthanarayanan" userId="f42ef1b7-c100-4a35-b257-55677cdffeb6" providerId="ADAL" clId="{1A29EBC3-EB57-4714-82B3-D19893980C54}" dt="2025-10-19T03:02:24.726" v="1622" actId="1076"/>
          <ac:picMkLst>
            <pc:docMk/>
            <pc:sldMk cId="2128075448" sldId="269"/>
            <ac:picMk id="9" creationId="{6270B604-DB80-2329-B534-F815ED9947C1}"/>
          </ac:picMkLst>
        </pc:picChg>
      </pc:sldChg>
      <pc:sldChg chg="addSp delSp modSp new mod ord">
        <pc:chgData name="Sailesh Ananthanarayanan" userId="f42ef1b7-c100-4a35-b257-55677cdffeb6" providerId="ADAL" clId="{1A29EBC3-EB57-4714-82B3-D19893980C54}" dt="2025-10-19T06:06:25.230" v="3233" actId="14100"/>
        <pc:sldMkLst>
          <pc:docMk/>
          <pc:sldMk cId="958750704" sldId="270"/>
        </pc:sldMkLst>
        <pc:spChg chg="del">
          <ac:chgData name="Sailesh Ananthanarayanan" userId="f42ef1b7-c100-4a35-b257-55677cdffeb6" providerId="ADAL" clId="{1A29EBC3-EB57-4714-82B3-D19893980C54}" dt="2025-10-19T03:03:03.698" v="1626" actId="478"/>
          <ac:spMkLst>
            <pc:docMk/>
            <pc:sldMk cId="958750704" sldId="270"/>
            <ac:spMk id="2" creationId="{FAE4A94A-EEC2-20CB-6493-31D56C114B35}"/>
          </ac:spMkLst>
        </pc:spChg>
        <pc:spChg chg="mod">
          <ac:chgData name="Sailesh Ananthanarayanan" userId="f42ef1b7-c100-4a35-b257-55677cdffeb6" providerId="ADAL" clId="{1A29EBC3-EB57-4714-82B3-D19893980C54}" dt="2025-10-19T04:05:57.212" v="3220" actId="1076"/>
          <ac:spMkLst>
            <pc:docMk/>
            <pc:sldMk cId="958750704" sldId="270"/>
            <ac:spMk id="3" creationId="{8596943C-04A5-EF1C-0614-9DDD53FFD0CC}"/>
          </ac:spMkLst>
        </pc:spChg>
        <pc:picChg chg="add del mod">
          <ac:chgData name="Sailesh Ananthanarayanan" userId="f42ef1b7-c100-4a35-b257-55677cdffeb6" providerId="ADAL" clId="{1A29EBC3-EB57-4714-82B3-D19893980C54}" dt="2025-10-19T06:06:14.626" v="3227" actId="478"/>
          <ac:picMkLst>
            <pc:docMk/>
            <pc:sldMk cId="958750704" sldId="270"/>
            <ac:picMk id="5" creationId="{5106011E-B247-6473-F869-5483032BE22E}"/>
          </ac:picMkLst>
        </pc:picChg>
        <pc:picChg chg="add del mod">
          <ac:chgData name="Sailesh Ananthanarayanan" userId="f42ef1b7-c100-4a35-b257-55677cdffeb6" providerId="ADAL" clId="{1A29EBC3-EB57-4714-82B3-D19893980C54}" dt="2025-10-19T06:06:25.230" v="3233" actId="14100"/>
          <ac:picMkLst>
            <pc:docMk/>
            <pc:sldMk cId="958750704" sldId="270"/>
            <ac:picMk id="7" creationId="{546B3169-BA3D-A926-9F17-4EA5821F358F}"/>
          </ac:picMkLst>
        </pc:picChg>
      </pc:sldChg>
      <pc:sldChg chg="addSp delSp modSp new mod">
        <pc:chgData name="Sailesh Ananthanarayanan" userId="f42ef1b7-c100-4a35-b257-55677cdffeb6" providerId="ADAL" clId="{1A29EBC3-EB57-4714-82B3-D19893980C54}" dt="2025-10-19T17:33:14.945" v="7892" actId="20577"/>
        <pc:sldMkLst>
          <pc:docMk/>
          <pc:sldMk cId="163592301" sldId="271"/>
        </pc:sldMkLst>
        <pc:spChg chg="del">
          <ac:chgData name="Sailesh Ananthanarayanan" userId="f42ef1b7-c100-4a35-b257-55677cdffeb6" providerId="ADAL" clId="{1A29EBC3-EB57-4714-82B3-D19893980C54}" dt="2025-10-19T06:06:38.448" v="3234" actId="478"/>
          <ac:spMkLst>
            <pc:docMk/>
            <pc:sldMk cId="163592301" sldId="271"/>
            <ac:spMk id="2" creationId="{B95A37FF-D300-74E2-9179-A919AB13ABAC}"/>
          </ac:spMkLst>
        </pc:spChg>
        <pc:spChg chg="mod">
          <ac:chgData name="Sailesh Ananthanarayanan" userId="f42ef1b7-c100-4a35-b257-55677cdffeb6" providerId="ADAL" clId="{1A29EBC3-EB57-4714-82B3-D19893980C54}" dt="2025-10-19T07:57:24.817" v="4884" actId="255"/>
          <ac:spMkLst>
            <pc:docMk/>
            <pc:sldMk cId="163592301" sldId="271"/>
            <ac:spMk id="3" creationId="{C8845B08-8F44-8A34-EA5C-B960241A1A52}"/>
          </ac:spMkLst>
        </pc:spChg>
        <pc:graphicFrameChg chg="add mod modGraphic">
          <ac:chgData name="Sailesh Ananthanarayanan" userId="f42ef1b7-c100-4a35-b257-55677cdffeb6" providerId="ADAL" clId="{1A29EBC3-EB57-4714-82B3-D19893980C54}" dt="2025-10-19T17:33:14.945" v="7892" actId="20577"/>
          <ac:graphicFrameMkLst>
            <pc:docMk/>
            <pc:sldMk cId="163592301" sldId="271"/>
            <ac:graphicFrameMk id="4" creationId="{02B7AA18-BC70-ECBB-E687-F0B49FD5574F}"/>
          </ac:graphicFrameMkLst>
        </pc:graphicFrameChg>
      </pc:sldChg>
      <pc:sldChg chg="addSp delSp modSp new mod">
        <pc:chgData name="Sailesh Ananthanarayanan" userId="f42ef1b7-c100-4a35-b257-55677cdffeb6" providerId="ADAL" clId="{1A29EBC3-EB57-4714-82B3-D19893980C54}" dt="2025-10-19T17:46:19.800" v="8252" actId="20577"/>
        <pc:sldMkLst>
          <pc:docMk/>
          <pc:sldMk cId="980450331" sldId="272"/>
        </pc:sldMkLst>
        <pc:spChg chg="del">
          <ac:chgData name="Sailesh Ananthanarayanan" userId="f42ef1b7-c100-4a35-b257-55677cdffeb6" providerId="ADAL" clId="{1A29EBC3-EB57-4714-82B3-D19893980C54}" dt="2025-10-19T07:06:21.461" v="4000" actId="478"/>
          <ac:spMkLst>
            <pc:docMk/>
            <pc:sldMk cId="980450331" sldId="272"/>
            <ac:spMk id="2" creationId="{42AB91F4-41E3-1459-88A4-DC67250206C1}"/>
          </ac:spMkLst>
        </pc:spChg>
        <pc:spChg chg="mod">
          <ac:chgData name="Sailesh Ananthanarayanan" userId="f42ef1b7-c100-4a35-b257-55677cdffeb6" providerId="ADAL" clId="{1A29EBC3-EB57-4714-82B3-D19893980C54}" dt="2025-10-19T07:58:34.375" v="4889" actId="255"/>
          <ac:spMkLst>
            <pc:docMk/>
            <pc:sldMk cId="980450331" sldId="272"/>
            <ac:spMk id="3" creationId="{A229BCD4-38FF-6770-B653-90A16F99BC8C}"/>
          </ac:spMkLst>
        </pc:spChg>
        <pc:spChg chg="add del mod">
          <ac:chgData name="Sailesh Ananthanarayanan" userId="f42ef1b7-c100-4a35-b257-55677cdffeb6" providerId="ADAL" clId="{1A29EBC3-EB57-4714-82B3-D19893980C54}" dt="2025-10-19T07:44:13.551" v="4452" actId="22"/>
          <ac:spMkLst>
            <pc:docMk/>
            <pc:sldMk cId="980450331" sldId="272"/>
            <ac:spMk id="6" creationId="{F2303539-E7BE-5F70-2DEC-A46F7F51A304}"/>
          </ac:spMkLst>
        </pc:spChg>
        <pc:spChg chg="add del">
          <ac:chgData name="Sailesh Ananthanarayanan" userId="f42ef1b7-c100-4a35-b257-55677cdffeb6" providerId="ADAL" clId="{1A29EBC3-EB57-4714-82B3-D19893980C54}" dt="2025-10-19T07:44:16.815" v="4456" actId="22"/>
          <ac:spMkLst>
            <pc:docMk/>
            <pc:sldMk cId="980450331" sldId="272"/>
            <ac:spMk id="8" creationId="{FC4243CB-32DE-81C8-203A-7AB4DFDEA1FC}"/>
          </ac:spMkLst>
        </pc:spChg>
        <pc:spChg chg="add mod">
          <ac:chgData name="Sailesh Ananthanarayanan" userId="f42ef1b7-c100-4a35-b257-55677cdffeb6" providerId="ADAL" clId="{1A29EBC3-EB57-4714-82B3-D19893980C54}" dt="2025-10-19T17:14:30.200" v="7323" actId="113"/>
          <ac:spMkLst>
            <pc:docMk/>
            <pc:sldMk cId="980450331" sldId="272"/>
            <ac:spMk id="10" creationId="{BE3E4FEF-C11B-CF7A-77ED-76CD16F6D086}"/>
          </ac:spMkLst>
        </pc:spChg>
        <pc:graphicFrameChg chg="add mod modGraphic">
          <ac:chgData name="Sailesh Ananthanarayanan" userId="f42ef1b7-c100-4a35-b257-55677cdffeb6" providerId="ADAL" clId="{1A29EBC3-EB57-4714-82B3-D19893980C54}" dt="2025-10-19T17:46:19.800" v="8252" actId="20577"/>
          <ac:graphicFrameMkLst>
            <pc:docMk/>
            <pc:sldMk cId="980450331" sldId="272"/>
            <ac:graphicFrameMk id="4" creationId="{E32A2E49-0EF1-D1F5-EC44-333E1F9FC581}"/>
          </ac:graphicFrameMkLst>
        </pc:graphicFrameChg>
      </pc:sldChg>
      <pc:sldChg chg="addSp delSp modSp new mod">
        <pc:chgData name="Sailesh Ananthanarayanan" userId="f42ef1b7-c100-4a35-b257-55677cdffeb6" providerId="ADAL" clId="{1A29EBC3-EB57-4714-82B3-D19893980C54}" dt="2025-10-19T15:44:09.680" v="5373" actId="1076"/>
        <pc:sldMkLst>
          <pc:docMk/>
          <pc:sldMk cId="2880145131" sldId="273"/>
        </pc:sldMkLst>
        <pc:spChg chg="del">
          <ac:chgData name="Sailesh Ananthanarayanan" userId="f42ef1b7-c100-4a35-b257-55677cdffeb6" providerId="ADAL" clId="{1A29EBC3-EB57-4714-82B3-D19893980C54}" dt="2025-10-19T07:50:42.352" v="4513" actId="478"/>
          <ac:spMkLst>
            <pc:docMk/>
            <pc:sldMk cId="2880145131" sldId="273"/>
            <ac:spMk id="2" creationId="{1B27FAD4-901C-FEC1-4D66-1330C178DE63}"/>
          </ac:spMkLst>
        </pc:spChg>
        <pc:spChg chg="mod">
          <ac:chgData name="Sailesh Ananthanarayanan" userId="f42ef1b7-c100-4a35-b257-55677cdffeb6" providerId="ADAL" clId="{1A29EBC3-EB57-4714-82B3-D19893980C54}" dt="2025-10-19T08:22:46.595" v="5270" actId="20577"/>
          <ac:spMkLst>
            <pc:docMk/>
            <pc:sldMk cId="2880145131" sldId="273"/>
            <ac:spMk id="3" creationId="{38AC1971-D7F2-D8EA-F8B6-6447A6EE018F}"/>
          </ac:spMkLst>
        </pc:spChg>
        <pc:spChg chg="add mod">
          <ac:chgData name="Sailesh Ananthanarayanan" userId="f42ef1b7-c100-4a35-b257-55677cdffeb6" providerId="ADAL" clId="{1A29EBC3-EB57-4714-82B3-D19893980C54}" dt="2025-10-19T15:44:09.680" v="5373" actId="1076"/>
          <ac:spMkLst>
            <pc:docMk/>
            <pc:sldMk cId="2880145131" sldId="273"/>
            <ac:spMk id="14" creationId="{F8B979B1-34E3-8873-598D-9B36A3ECF56F}"/>
          </ac:spMkLst>
        </pc:spChg>
        <pc:spChg chg="add mod">
          <ac:chgData name="Sailesh Ananthanarayanan" userId="f42ef1b7-c100-4a35-b257-55677cdffeb6" providerId="ADAL" clId="{1A29EBC3-EB57-4714-82B3-D19893980C54}" dt="2025-10-19T08:21:45.347" v="5243" actId="767"/>
          <ac:spMkLst>
            <pc:docMk/>
            <pc:sldMk cId="2880145131" sldId="273"/>
            <ac:spMk id="15" creationId="{59093962-CDC8-A537-8AA9-E7CC1F2458D1}"/>
          </ac:spMkLst>
        </pc:spChg>
        <pc:picChg chg="add mod">
          <ac:chgData name="Sailesh Ananthanarayanan" userId="f42ef1b7-c100-4a35-b257-55677cdffeb6" providerId="ADAL" clId="{1A29EBC3-EB57-4714-82B3-D19893980C54}" dt="2025-10-19T15:43:55.059" v="5370" actId="1076"/>
          <ac:picMkLst>
            <pc:docMk/>
            <pc:sldMk cId="2880145131" sldId="273"/>
            <ac:picMk id="5" creationId="{1CE414A9-700D-7D49-5A2D-DB499681ED03}"/>
          </ac:picMkLst>
        </pc:picChg>
        <pc:picChg chg="add mod">
          <ac:chgData name="Sailesh Ananthanarayanan" userId="f42ef1b7-c100-4a35-b257-55677cdffeb6" providerId="ADAL" clId="{1A29EBC3-EB57-4714-82B3-D19893980C54}" dt="2025-10-19T15:43:52.484" v="5369" actId="1076"/>
          <ac:picMkLst>
            <pc:docMk/>
            <pc:sldMk cId="2880145131" sldId="273"/>
            <ac:picMk id="7" creationId="{46EC5679-F52B-4677-7B75-8238124DE123}"/>
          </ac:picMkLst>
        </pc:picChg>
        <pc:picChg chg="add mod">
          <ac:chgData name="Sailesh Ananthanarayanan" userId="f42ef1b7-c100-4a35-b257-55677cdffeb6" providerId="ADAL" clId="{1A29EBC3-EB57-4714-82B3-D19893980C54}" dt="2025-10-19T15:44:03.334" v="5372" actId="1076"/>
          <ac:picMkLst>
            <pc:docMk/>
            <pc:sldMk cId="2880145131" sldId="273"/>
            <ac:picMk id="9" creationId="{69297FCA-2436-A134-D709-E82EEE13BB56}"/>
          </ac:picMkLst>
        </pc:picChg>
        <pc:picChg chg="add del mod">
          <ac:chgData name="Sailesh Ananthanarayanan" userId="f42ef1b7-c100-4a35-b257-55677cdffeb6" providerId="ADAL" clId="{1A29EBC3-EB57-4714-82B3-D19893980C54}" dt="2025-10-19T08:16:26.070" v="5005" actId="22"/>
          <ac:picMkLst>
            <pc:docMk/>
            <pc:sldMk cId="2880145131" sldId="273"/>
            <ac:picMk id="11" creationId="{3B3E461E-B22C-A574-C678-A3C2B4C7F8C4}"/>
          </ac:picMkLst>
        </pc:picChg>
        <pc:picChg chg="add mod">
          <ac:chgData name="Sailesh Ananthanarayanan" userId="f42ef1b7-c100-4a35-b257-55677cdffeb6" providerId="ADAL" clId="{1A29EBC3-EB57-4714-82B3-D19893980C54}" dt="2025-10-19T15:43:58.845" v="5371" actId="1076"/>
          <ac:picMkLst>
            <pc:docMk/>
            <pc:sldMk cId="2880145131" sldId="273"/>
            <ac:picMk id="13" creationId="{D3FDDE97-FEFF-C2E0-15D8-6760FAC37264}"/>
          </ac:picMkLst>
        </pc:picChg>
      </pc:sldChg>
      <pc:sldChg chg="addSp delSp modSp new del mod ord">
        <pc:chgData name="Sailesh Ananthanarayanan" userId="f42ef1b7-c100-4a35-b257-55677cdffeb6" providerId="ADAL" clId="{1A29EBC3-EB57-4714-82B3-D19893980C54}" dt="2025-10-19T15:51:50.313" v="5381" actId="47"/>
        <pc:sldMkLst>
          <pc:docMk/>
          <pc:sldMk cId="300777295" sldId="274"/>
        </pc:sldMkLst>
        <pc:spChg chg="del">
          <ac:chgData name="Sailesh Ananthanarayanan" userId="f42ef1b7-c100-4a35-b257-55677cdffeb6" providerId="ADAL" clId="{1A29EBC3-EB57-4714-82B3-D19893980C54}" dt="2025-10-19T08:33:28.652" v="5343" actId="478"/>
          <ac:spMkLst>
            <pc:docMk/>
            <pc:sldMk cId="300777295" sldId="274"/>
            <ac:spMk id="2" creationId="{6CAA580D-BA39-6AB7-D558-1C7ECFB433A3}"/>
          </ac:spMkLst>
        </pc:spChg>
        <pc:spChg chg="mod">
          <ac:chgData name="Sailesh Ananthanarayanan" userId="f42ef1b7-c100-4a35-b257-55677cdffeb6" providerId="ADAL" clId="{1A29EBC3-EB57-4714-82B3-D19893980C54}" dt="2025-10-19T15:51:34.351" v="5380" actId="14100"/>
          <ac:spMkLst>
            <pc:docMk/>
            <pc:sldMk cId="300777295" sldId="274"/>
            <ac:spMk id="3" creationId="{56C9EF0E-5D7B-759E-4E54-9042C6FE01DC}"/>
          </ac:spMkLst>
        </pc:spChg>
        <pc:spChg chg="add del">
          <ac:chgData name="Sailesh Ananthanarayanan" userId="f42ef1b7-c100-4a35-b257-55677cdffeb6" providerId="ADAL" clId="{1A29EBC3-EB57-4714-82B3-D19893980C54}" dt="2025-10-19T15:50:58.252" v="5377" actId="22"/>
          <ac:spMkLst>
            <pc:docMk/>
            <pc:sldMk cId="300777295" sldId="274"/>
            <ac:spMk id="4" creationId="{A8E6A62E-1B1A-A362-BCAA-032C75C62BF0}"/>
          </ac:spMkLst>
        </pc:spChg>
      </pc:sldChg>
      <pc:sldChg chg="addSp delSp modSp new mod">
        <pc:chgData name="Sailesh Ananthanarayanan" userId="f42ef1b7-c100-4a35-b257-55677cdffeb6" providerId="ADAL" clId="{1A29EBC3-EB57-4714-82B3-D19893980C54}" dt="2025-10-19T16:53:43.157" v="6334" actId="1076"/>
        <pc:sldMkLst>
          <pc:docMk/>
          <pc:sldMk cId="1612457310" sldId="274"/>
        </pc:sldMkLst>
        <pc:spChg chg="del">
          <ac:chgData name="Sailesh Ananthanarayanan" userId="f42ef1b7-c100-4a35-b257-55677cdffeb6" providerId="ADAL" clId="{1A29EBC3-EB57-4714-82B3-D19893980C54}" dt="2025-10-19T15:52:09.080" v="5385" actId="478"/>
          <ac:spMkLst>
            <pc:docMk/>
            <pc:sldMk cId="1612457310" sldId="274"/>
            <ac:spMk id="2" creationId="{398C8032-1438-AF7C-4282-A135290456E6}"/>
          </ac:spMkLst>
        </pc:spChg>
        <pc:spChg chg="mod">
          <ac:chgData name="Sailesh Ananthanarayanan" userId="f42ef1b7-c100-4a35-b257-55677cdffeb6" providerId="ADAL" clId="{1A29EBC3-EB57-4714-82B3-D19893980C54}" dt="2025-10-19T16:53:38.627" v="6333" actId="20577"/>
          <ac:spMkLst>
            <pc:docMk/>
            <pc:sldMk cId="1612457310" sldId="274"/>
            <ac:spMk id="3" creationId="{1AE521BB-0481-7DA5-122D-D3F2233E4505}"/>
          </ac:spMkLst>
        </pc:spChg>
        <pc:picChg chg="add del mod">
          <ac:chgData name="Sailesh Ananthanarayanan" userId="f42ef1b7-c100-4a35-b257-55677cdffeb6" providerId="ADAL" clId="{1A29EBC3-EB57-4714-82B3-D19893980C54}" dt="2025-10-19T16:53:04.509" v="6271" actId="22"/>
          <ac:picMkLst>
            <pc:docMk/>
            <pc:sldMk cId="1612457310" sldId="274"/>
            <ac:picMk id="5" creationId="{67A75851-13FD-16CE-723A-80F4D55820FE}"/>
          </ac:picMkLst>
        </pc:picChg>
        <pc:picChg chg="add mod">
          <ac:chgData name="Sailesh Ananthanarayanan" userId="f42ef1b7-c100-4a35-b257-55677cdffeb6" providerId="ADAL" clId="{1A29EBC3-EB57-4714-82B3-D19893980C54}" dt="2025-10-19T16:53:43.157" v="6334" actId="1076"/>
          <ac:picMkLst>
            <pc:docMk/>
            <pc:sldMk cId="1612457310" sldId="274"/>
            <ac:picMk id="7" creationId="{44EEAC4D-BE96-0AE0-20A8-9B2BC63A7878}"/>
          </ac:picMkLst>
        </pc:picChg>
      </pc:sldChg>
      <pc:sldChg chg="addSp delSp modSp new mod">
        <pc:chgData name="Sailesh Ananthanarayanan" userId="f42ef1b7-c100-4a35-b257-55677cdffeb6" providerId="ADAL" clId="{1A29EBC3-EB57-4714-82B3-D19893980C54}" dt="2025-10-19T17:08:39.032" v="7319" actId="123"/>
        <pc:sldMkLst>
          <pc:docMk/>
          <pc:sldMk cId="802522519" sldId="275"/>
        </pc:sldMkLst>
        <pc:spChg chg="del">
          <ac:chgData name="Sailesh Ananthanarayanan" userId="f42ef1b7-c100-4a35-b257-55677cdffeb6" providerId="ADAL" clId="{1A29EBC3-EB57-4714-82B3-D19893980C54}" dt="2025-10-19T16:54:00.606" v="6336" actId="478"/>
          <ac:spMkLst>
            <pc:docMk/>
            <pc:sldMk cId="802522519" sldId="275"/>
            <ac:spMk id="2" creationId="{D74F8146-76F3-5922-9FF4-9AC10EE6CD62}"/>
          </ac:spMkLst>
        </pc:spChg>
        <pc:spChg chg="mod">
          <ac:chgData name="Sailesh Ananthanarayanan" userId="f42ef1b7-c100-4a35-b257-55677cdffeb6" providerId="ADAL" clId="{1A29EBC3-EB57-4714-82B3-D19893980C54}" dt="2025-10-19T17:08:39.032" v="7319" actId="123"/>
          <ac:spMkLst>
            <pc:docMk/>
            <pc:sldMk cId="802522519" sldId="275"/>
            <ac:spMk id="3" creationId="{6284BA22-2D6F-D159-47F1-7FF65B8FA03D}"/>
          </ac:spMkLst>
        </pc:spChg>
        <pc:graphicFrameChg chg="add del mod modGraphic">
          <ac:chgData name="Sailesh Ananthanarayanan" userId="f42ef1b7-c100-4a35-b257-55677cdffeb6" providerId="ADAL" clId="{1A29EBC3-EB57-4714-82B3-D19893980C54}" dt="2025-10-19T17:04:25.511" v="7052" actId="478"/>
          <ac:graphicFrameMkLst>
            <pc:docMk/>
            <pc:sldMk cId="802522519" sldId="275"/>
            <ac:graphicFrameMk id="4" creationId="{4491B25C-2EF5-BDC7-CFF1-EF7608AF8947}"/>
          </ac:graphicFrameMkLst>
        </pc:graphicFrameChg>
        <pc:graphicFrameChg chg="add mod modGraphic">
          <ac:chgData name="Sailesh Ananthanarayanan" userId="f42ef1b7-c100-4a35-b257-55677cdffeb6" providerId="ADAL" clId="{1A29EBC3-EB57-4714-82B3-D19893980C54}" dt="2025-10-19T17:05:26.498" v="7061" actId="113"/>
          <ac:graphicFrameMkLst>
            <pc:docMk/>
            <pc:sldMk cId="802522519" sldId="275"/>
            <ac:graphicFrameMk id="5" creationId="{BFBFA225-BD39-9686-12A3-AFC18FE6E9CE}"/>
          </ac:graphicFrameMkLst>
        </pc:graphicFrameChg>
      </pc:sldChg>
      <pc:sldChg chg="delSp modSp new mod ord">
        <pc:chgData name="Sailesh Ananthanarayanan" userId="f42ef1b7-c100-4a35-b257-55677cdffeb6" providerId="ADAL" clId="{1A29EBC3-EB57-4714-82B3-D19893980C54}" dt="2025-10-19T17:45:45.915" v="8233" actId="5793"/>
        <pc:sldMkLst>
          <pc:docMk/>
          <pc:sldMk cId="2697309379" sldId="276"/>
        </pc:sldMkLst>
        <pc:spChg chg="del">
          <ac:chgData name="Sailesh Ananthanarayanan" userId="f42ef1b7-c100-4a35-b257-55677cdffeb6" providerId="ADAL" clId="{1A29EBC3-EB57-4714-82B3-D19893980C54}" dt="2025-10-19T17:40:47.699" v="7897" actId="478"/>
          <ac:spMkLst>
            <pc:docMk/>
            <pc:sldMk cId="2697309379" sldId="276"/>
            <ac:spMk id="2" creationId="{97264072-C8F2-FDF0-48E9-4BA35D4AE752}"/>
          </ac:spMkLst>
        </pc:spChg>
        <pc:spChg chg="mod">
          <ac:chgData name="Sailesh Ananthanarayanan" userId="f42ef1b7-c100-4a35-b257-55677cdffeb6" providerId="ADAL" clId="{1A29EBC3-EB57-4714-82B3-D19893980C54}" dt="2025-10-19T17:45:45.915" v="8233" actId="5793"/>
          <ac:spMkLst>
            <pc:docMk/>
            <pc:sldMk cId="2697309379" sldId="276"/>
            <ac:spMk id="3" creationId="{2FD023FB-492C-4BB8-BF7E-CA55FBEC1E0B}"/>
          </ac:spMkLst>
        </pc:spChg>
      </pc:sldChg>
    </pc:docChg>
  </pc:docChgLst>
</pc:chgInfo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IN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69B08729-53F1-4802-B45D-71791800F71F}" type="datetimeFigureOut">
              <a:rPr lang="en-IN" smtClean="0"/>
              <a:t>19-10-2025</a:t>
            </a:fld>
            <a:endParaRPr lang="en-IN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IN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IN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23189EBA-2DB7-4BC9-9A6B-CA5970A37846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3770621008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IN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23189EBA-2DB7-4BC9-9A6B-CA5970A37846}" type="slidenum">
              <a:rPr lang="en-IN" smtClean="0"/>
              <a:t>5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1532045422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AE5E7B9-DF63-5526-20C9-1EC791FF5106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B5804D0C-A565-6976-0EEE-BDE59F95B99F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  <a:endParaRPr lang="en-IN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01B3FF8E-EB8D-445B-A95E-95F28E9603D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522857E-1967-4F2E-BC57-BFA3B6D81733}" type="datetimeFigureOut">
              <a:rPr lang="en-IN" smtClean="0"/>
              <a:t>19-10-2025</a:t>
            </a:fld>
            <a:endParaRPr lang="en-IN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4071ABF7-43D1-0414-229F-F3C6DC0B58E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77134AC6-7A62-D827-BBD9-13ED54B7D52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99BD7EF-FAEC-415B-BEDD-26E89D129010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1697373002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F9FB964-818E-B5F2-58DB-FC9845061A9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214D6931-8D4A-6D5F-AA7A-496C180D52F9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494A3FE2-9366-8B3B-0E82-839D1728019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522857E-1967-4F2E-BC57-BFA3B6D81733}" type="datetimeFigureOut">
              <a:rPr lang="en-IN" smtClean="0"/>
              <a:t>19-10-2025</a:t>
            </a:fld>
            <a:endParaRPr lang="en-IN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BBFB1FD7-AC18-6FA3-BCB3-5292487C844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0508274E-FA7E-D455-8490-0AF3FA1F5A6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99BD7EF-FAEC-415B-BEDD-26E89D129010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3132308081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9F7A887-F71C-2077-2F3D-14F4CE99A5F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C9998F68-8971-A928-DC34-0933B516E384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82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82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82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A634AAE1-0616-F99A-0746-9A8CF4AC753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522857E-1967-4F2E-BC57-BFA3B6D81733}" type="datetimeFigureOut">
              <a:rPr lang="en-IN" smtClean="0"/>
              <a:t>19-10-2025</a:t>
            </a:fld>
            <a:endParaRPr lang="en-IN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91EAC238-4973-8445-F7DE-7806E95227A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9530809F-818A-9C46-1E5A-A950BF4E91D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99BD7EF-FAEC-415B-BEDD-26E89D129010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1901443353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B58113A-E217-17FE-635A-632D233CCA7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8CE743F2-C28E-C51F-5838-D3C766C116FD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EE67B674-66C6-67D4-495A-F8F3AC0B9C86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2B46B2C1-14ED-C86E-A862-F9EDA445009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522857E-1967-4F2E-BC57-BFA3B6D81733}" type="datetimeFigureOut">
              <a:rPr lang="en-IN" smtClean="0"/>
              <a:t>19-10-2025</a:t>
            </a:fld>
            <a:endParaRPr lang="en-IN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74C59A05-EABF-9FF9-5929-42A3EF6CC1A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91E68619-5B60-281B-22F7-9B4C6B16169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99BD7EF-FAEC-415B-BEDD-26E89D129010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3339006512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B8C298D-85BA-BB71-8F74-D1782044B9C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96987B14-BCB5-894F-55CB-A649CB85C8E5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561DA86C-227F-B3D2-2BB5-9D1D1BB9C26B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6A2DEF9E-AC64-B032-9736-D336C5ACDF99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0A65A5F3-D859-5F99-8F6C-DC7A3623C867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0892758F-72ED-91EC-FD79-0CB38208774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522857E-1967-4F2E-BC57-BFA3B6D81733}" type="datetimeFigureOut">
              <a:rPr lang="en-IN" smtClean="0"/>
              <a:t>19-10-2025</a:t>
            </a:fld>
            <a:endParaRPr lang="en-IN"/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A433D559-1B6A-FB52-79B1-B73DA8F00BB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F6CB119B-2BA1-F090-6BDB-91355DB7DF4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99BD7EF-FAEC-415B-BEDD-26E89D129010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764198884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23F4EF6-E7F6-6889-9614-2EA039EBBF8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F3BBBF2C-DA29-5A15-E6F5-6ED9FC84A43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522857E-1967-4F2E-BC57-BFA3B6D81733}" type="datetimeFigureOut">
              <a:rPr lang="en-IN" smtClean="0"/>
              <a:t>19-10-2025</a:t>
            </a:fld>
            <a:endParaRPr lang="en-IN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18F1FB4C-F002-3889-9225-23259C94AD2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8E8E518B-54DF-24BF-E4AE-FD0C163DDCD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99BD7EF-FAEC-415B-BEDD-26E89D129010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1042550529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13908A41-B944-E81B-3589-D5F4BAD7B9C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522857E-1967-4F2E-BC57-BFA3B6D81733}" type="datetimeFigureOut">
              <a:rPr lang="en-IN" smtClean="0"/>
              <a:t>19-10-2025</a:t>
            </a:fld>
            <a:endParaRPr lang="en-IN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56A95359-1BF8-BB93-8F5C-FED26811CA1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6F483E8B-AE3D-4C96-2E33-04753F5B678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99BD7EF-FAEC-415B-BEDD-26E89D129010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2856597176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1B37E14-54E3-590C-58A9-4A37999B268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D254B5EB-8BAA-5E1E-63E7-693E23CE4C9B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282E2E6B-B55E-73A5-91F2-A43A0AD4181D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450C9DE3-269C-7E60-8C92-0A9F16AD66C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522857E-1967-4F2E-BC57-BFA3B6D81733}" type="datetimeFigureOut">
              <a:rPr lang="en-IN" smtClean="0"/>
              <a:t>19-10-2025</a:t>
            </a:fld>
            <a:endParaRPr lang="en-IN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F693A288-3CE1-228F-6854-1F18ABF1FE4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A53D5D3E-364A-F8B0-3210-899DD3B33B0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99BD7EF-FAEC-415B-BEDD-26E89D129010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83506794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B1B9B11-1092-6DD6-E3F9-E3573071EFE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Picture Placeholder 2">
            <a:extLst>
              <a:ext uri="{FF2B5EF4-FFF2-40B4-BE49-F238E27FC236}">
                <a16:creationId xmlns:a16="http://schemas.microsoft.com/office/drawing/2014/main" id="{0CF6DAD6-E971-6E6C-9CCF-E0753040A2F6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IN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4D4C03A9-831D-A0A1-457A-E1D5945524CF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6A90FFCA-0BEF-56B0-BA6D-FFE44E15B1A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522857E-1967-4F2E-BC57-BFA3B6D81733}" type="datetimeFigureOut">
              <a:rPr lang="en-IN" smtClean="0"/>
              <a:t>19-10-2025</a:t>
            </a:fld>
            <a:endParaRPr lang="en-IN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1D2AE10D-5ABD-B8C8-B25B-F76201E40F7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45C1C01C-47F0-AB7B-D96A-800C055E0AD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99BD7EF-FAEC-415B-BEDD-26E89D129010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2281416127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C08B7D7-B868-66C0-E62B-B249627EBBF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B1FAA623-C597-FE72-3FEA-EC2CB0AE514C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1A109F5C-61A3-469F-6F74-74115A62B1F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522857E-1967-4F2E-BC57-BFA3B6D81733}" type="datetimeFigureOut">
              <a:rPr lang="en-IN" smtClean="0"/>
              <a:t>19-10-2025</a:t>
            </a:fld>
            <a:endParaRPr lang="en-IN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9BEFB8F5-4ECA-D2B0-2EA9-F90F4DEFCED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013D8478-F491-8381-83D3-FCA2095C14F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99BD7EF-FAEC-415B-BEDD-26E89D129010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35788943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>
            <a:extLst>
              <a:ext uri="{FF2B5EF4-FFF2-40B4-BE49-F238E27FC236}">
                <a16:creationId xmlns:a16="http://schemas.microsoft.com/office/drawing/2014/main" id="{FEB115F3-8610-79EF-18D8-B901015511B6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60A2D050-88E4-F795-5DBD-6092887347A4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646E7C3C-1967-DED4-2D84-3FD8CB5CFEC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522857E-1967-4F2E-BC57-BFA3B6D81733}" type="datetimeFigureOut">
              <a:rPr lang="en-IN" smtClean="0"/>
              <a:t>19-10-2025</a:t>
            </a:fld>
            <a:endParaRPr lang="en-IN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2DD9B8AD-8817-30A6-2653-5060F986FDE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4806DCA9-D5D6-3C84-C911-487440CB762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99BD7EF-FAEC-415B-BEDD-26E89D129010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250480428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accent2">
            <a:lumMod val="20000"/>
            <a:lumOff val="80000"/>
          </a:schemeClr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26F338D1-5BE6-5DE9-154E-3044A7A64E7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9C24706B-02DC-3CF1-1BD8-6130B6B040E8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7C18B225-75BB-025B-13BF-26BE4EE47A9A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B522857E-1967-4F2E-BC57-BFA3B6D81733}" type="datetimeFigureOut">
              <a:rPr lang="en-IN" smtClean="0"/>
              <a:t>19-10-2025</a:t>
            </a:fld>
            <a:endParaRPr lang="en-IN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AFDB1921-8D22-4462-5D8B-3875839BCF09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endParaRPr lang="en-IN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D5A37D17-7A87-F42B-6383-301E835542E6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C99BD7EF-FAEC-415B-BEDD-26E89D129010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362579565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5.png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pn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image" Target="../media/image8.png"/><Relationship Id="rId2" Type="http://schemas.openxmlformats.org/officeDocument/2006/relationships/image" Target="../media/image7.png"/><Relationship Id="rId1" Type="http://schemas.openxmlformats.org/officeDocument/2006/relationships/slideLayout" Target="../slideLayouts/slideLayout2.xml"/><Relationship Id="rId5" Type="http://schemas.openxmlformats.org/officeDocument/2006/relationships/image" Target="../media/image10.png"/><Relationship Id="rId4" Type="http://schemas.openxmlformats.org/officeDocument/2006/relationships/image" Target="../media/image9.png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image" Target="../media/image11.png"/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Subtitle 2">
            <a:extLst>
              <a:ext uri="{FF2B5EF4-FFF2-40B4-BE49-F238E27FC236}">
                <a16:creationId xmlns:a16="http://schemas.microsoft.com/office/drawing/2014/main" id="{09F45E88-69AE-6E11-0B4D-7320D385F0A4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206477" y="216310"/>
            <a:ext cx="11818375" cy="6154993"/>
          </a:xfrm>
        </p:spPr>
        <p:txBody>
          <a:bodyPr>
            <a:normAutofit/>
          </a:bodyPr>
          <a:lstStyle/>
          <a:p>
            <a:endParaRPr lang="en-US" sz="3000" b="1" dirty="0">
              <a:solidFill>
                <a:srgbClr val="BD0FB5"/>
              </a:solidFill>
              <a:latin typeface="Georgia" panose="02040502050405020303" pitchFamily="18" charset="0"/>
            </a:endParaRPr>
          </a:p>
          <a:p>
            <a:endParaRPr lang="en-US" sz="3000" b="1" dirty="0">
              <a:solidFill>
                <a:srgbClr val="BD0FB5"/>
              </a:solidFill>
              <a:latin typeface="Georgia" panose="02040502050405020303" pitchFamily="18" charset="0"/>
            </a:endParaRPr>
          </a:p>
          <a:p>
            <a:endParaRPr lang="en-US" sz="3700" b="1" dirty="0">
              <a:solidFill>
                <a:srgbClr val="BD0FB5"/>
              </a:solidFill>
              <a:latin typeface="Georgia" panose="02040502050405020303" pitchFamily="18" charset="0"/>
            </a:endParaRPr>
          </a:p>
          <a:p>
            <a:r>
              <a:rPr lang="en-US" sz="3700" b="1" dirty="0">
                <a:solidFill>
                  <a:srgbClr val="BD0FB5"/>
                </a:solidFill>
                <a:latin typeface="Georgia" panose="02040502050405020303" pitchFamily="18" charset="0"/>
              </a:rPr>
              <a:t>I</a:t>
            </a:r>
            <a:r>
              <a:rPr lang="en-US" sz="3700" b="1" dirty="0">
                <a:solidFill>
                  <a:srgbClr val="BD0FB5"/>
                </a:solidFill>
                <a:latin typeface="Georgia" panose="02040502050405020303" pitchFamily="18" charset="0"/>
                <a:ea typeface="Gadugi" panose="020B0502040204020203" pitchFamily="34" charset="0"/>
                <a:cs typeface="Arabic Typesetting" panose="020F0502020204030204" pitchFamily="66" charset="-78"/>
              </a:rPr>
              <a:t>E-</a:t>
            </a:r>
            <a:r>
              <a:rPr lang="en-US" sz="3700" b="1" dirty="0">
                <a:solidFill>
                  <a:srgbClr val="BD0FB5"/>
                </a:solidFill>
                <a:latin typeface="Times New Roman" panose="02020603050405020304" pitchFamily="18" charset="0"/>
                <a:ea typeface="Gadugi" panose="020B0502040204020203" pitchFamily="34" charset="0"/>
                <a:cs typeface="Times New Roman" panose="02020603050405020304" pitchFamily="18" charset="0"/>
              </a:rPr>
              <a:t>5374</a:t>
            </a:r>
            <a:r>
              <a:rPr lang="en-US" sz="3700" b="1" dirty="0">
                <a:solidFill>
                  <a:srgbClr val="BD0FB5"/>
                </a:solidFill>
                <a:latin typeface="Georgia" panose="02040502050405020303" pitchFamily="18" charset="0"/>
                <a:ea typeface="Gadugi" panose="020B0502040204020203" pitchFamily="34" charset="0"/>
                <a:cs typeface="Arabic Typesetting" panose="020F0502020204030204" pitchFamily="66" charset="-78"/>
              </a:rPr>
              <a:t> Applied Generative AI</a:t>
            </a:r>
          </a:p>
          <a:p>
            <a:r>
              <a:rPr lang="en-US" sz="3700" b="1" dirty="0">
                <a:solidFill>
                  <a:srgbClr val="BD0FB5"/>
                </a:solidFill>
                <a:latin typeface="Georgia" panose="02040502050405020303" pitchFamily="18" charset="0"/>
                <a:ea typeface="Gadugi" panose="020B0502040204020203" pitchFamily="34" charset="0"/>
                <a:cs typeface="Arabic Typesetting" panose="020F0502020204030204" pitchFamily="66" charset="-78"/>
              </a:rPr>
              <a:t>Rebalance AI Hackathon</a:t>
            </a:r>
          </a:p>
          <a:p>
            <a:endParaRPr lang="en-US" sz="3000" b="1" dirty="0">
              <a:solidFill>
                <a:srgbClr val="BD0FB5"/>
              </a:solidFill>
              <a:latin typeface="Georgia" panose="02040502050405020303" pitchFamily="18" charset="0"/>
            </a:endParaRPr>
          </a:p>
          <a:p>
            <a:r>
              <a:rPr lang="en-US" sz="3000" b="1" dirty="0">
                <a:solidFill>
                  <a:srgbClr val="BD0FB5"/>
                </a:solidFill>
                <a:latin typeface="Georgia" panose="02040502050405020303" pitchFamily="18" charset="0"/>
              </a:rPr>
              <a:t>                                                                 </a:t>
            </a:r>
            <a:r>
              <a:rPr lang="en-US" sz="3000" b="1" u="sng" dirty="0">
                <a:latin typeface="Georgia" panose="02040502050405020303" pitchFamily="18" charset="0"/>
              </a:rPr>
              <a:t>Group-</a:t>
            </a:r>
            <a:r>
              <a:rPr lang="en-US" sz="3000" b="1" u="sng" dirty="0">
                <a:latin typeface="Times New Roman" panose="02020603050405020304" pitchFamily="18" charset="0"/>
                <a:cs typeface="Times New Roman" panose="02020603050405020304" pitchFamily="18" charset="0"/>
              </a:rPr>
              <a:t>9</a:t>
            </a:r>
            <a:r>
              <a:rPr lang="en-US" sz="3000" b="1" u="sng" dirty="0">
                <a:latin typeface="Georgia" panose="02040502050405020303" pitchFamily="18" charset="0"/>
              </a:rPr>
              <a:t>  Members</a:t>
            </a:r>
            <a:r>
              <a:rPr lang="en-US" sz="3000" b="1" dirty="0">
                <a:solidFill>
                  <a:srgbClr val="BD0FB5"/>
                </a:solidFill>
                <a:latin typeface="Georgia" panose="02040502050405020303" pitchFamily="18" charset="0"/>
              </a:rPr>
              <a:t>                                  </a:t>
            </a:r>
          </a:p>
          <a:p>
            <a:r>
              <a:rPr lang="en-US" sz="3000" b="1" dirty="0">
                <a:solidFill>
                  <a:srgbClr val="BD0FB5"/>
                </a:solidFill>
                <a:latin typeface="Georgia" panose="02040502050405020303" pitchFamily="18" charset="0"/>
              </a:rPr>
              <a:t>                                                    </a:t>
            </a:r>
            <a:r>
              <a:rPr lang="en-US" sz="2500" b="1" dirty="0">
                <a:latin typeface="Georgia" panose="02040502050405020303" pitchFamily="18" charset="0"/>
              </a:rPr>
              <a:t>Aditya Kumar</a:t>
            </a:r>
          </a:p>
          <a:p>
            <a:r>
              <a:rPr lang="en-US" sz="2500" b="1" dirty="0">
                <a:latin typeface="Georgia" panose="02040502050405020303" pitchFamily="18" charset="0"/>
              </a:rPr>
              <a:t>                                                                       Nishant Upadhyay</a:t>
            </a:r>
          </a:p>
          <a:p>
            <a:r>
              <a:rPr lang="en-US" sz="2500" b="1" dirty="0">
                <a:latin typeface="Georgia" panose="02040502050405020303" pitchFamily="18" charset="0"/>
              </a:rPr>
              <a:t>                                                                                         Sailesh Ananthanarayanan</a:t>
            </a:r>
          </a:p>
          <a:p>
            <a:endParaRPr lang="en-US" sz="2500" b="1" dirty="0">
              <a:latin typeface="Georgia" panose="02040502050405020303" pitchFamily="18" charset="0"/>
            </a:endParaRPr>
          </a:p>
        </p:txBody>
      </p:sp>
      <p:pic>
        <p:nvPicPr>
          <p:cNvPr id="7" name="Picture 6" descr="A red and white logo&#10;&#10;AI-generated content may be incorrect.">
            <a:extLst>
              <a:ext uri="{FF2B5EF4-FFF2-40B4-BE49-F238E27FC236}">
                <a16:creationId xmlns:a16="http://schemas.microsoft.com/office/drawing/2014/main" id="{9F82295C-1978-3B6C-6A87-999B3C7F58B9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329842" y="216310"/>
            <a:ext cx="1705130" cy="131982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038558744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2FD023FB-492C-4BB8-BF7E-CA55FBEC1E0B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462116" y="334297"/>
            <a:ext cx="10891684" cy="6410632"/>
          </a:xfrm>
        </p:spPr>
        <p:txBody>
          <a:bodyPr/>
          <a:lstStyle/>
          <a:p>
            <a:pPr marL="0" indent="0">
              <a:buNone/>
            </a:pPr>
            <a:r>
              <a:rPr lang="en-US" sz="3600" b="1" dirty="0">
                <a:solidFill>
                  <a:srgbClr val="BD0FB5"/>
                </a:solidFill>
                <a:latin typeface="Georgia" panose="02040502050405020303" pitchFamily="18" charset="0"/>
              </a:rPr>
              <a:t>Index Slide</a:t>
            </a:r>
          </a:p>
          <a:p>
            <a:pPr marL="0" indent="0">
              <a:buNone/>
            </a:pPr>
            <a:endParaRPr lang="en-US" b="1" dirty="0">
              <a:solidFill>
                <a:srgbClr val="BD0FB5"/>
              </a:solidFill>
              <a:latin typeface="Georgia" panose="02040502050405020303" pitchFamily="18" charset="0"/>
            </a:endParaRPr>
          </a:p>
          <a:p>
            <a:pPr marL="457200" indent="-457200">
              <a:buAutoNum type="arabicPeriod"/>
            </a:pPr>
            <a:r>
              <a:rPr lang="en-US" sz="2000" dirty="0"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Problem Statement and Objective</a:t>
            </a:r>
          </a:p>
          <a:p>
            <a:pPr marL="457200" indent="-457200">
              <a:buAutoNum type="arabicPeriod"/>
            </a:pPr>
            <a:r>
              <a:rPr lang="en-US" sz="2000" dirty="0"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Data Pipeline Overview</a:t>
            </a:r>
          </a:p>
          <a:p>
            <a:pPr marL="457200" indent="-457200">
              <a:buAutoNum type="arabicPeriod"/>
            </a:pPr>
            <a:r>
              <a:rPr lang="en-US" sz="2000" dirty="0"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AI Agent Tools, Memory &amp; Agent Type</a:t>
            </a:r>
          </a:p>
          <a:p>
            <a:pPr marL="457200" indent="-457200">
              <a:buAutoNum type="arabicPeriod"/>
            </a:pPr>
            <a:r>
              <a:rPr lang="en-US" sz="2000" dirty="0"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Prompt Template and Prompt Output</a:t>
            </a:r>
          </a:p>
          <a:p>
            <a:pPr marL="457200" indent="-457200">
              <a:buAutoNum type="arabicPeriod"/>
            </a:pPr>
            <a:r>
              <a:rPr lang="en-US" sz="2000" dirty="0"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Multi Model Comparison</a:t>
            </a:r>
          </a:p>
          <a:p>
            <a:pPr marL="457200" indent="-457200">
              <a:buAutoNum type="arabicPeriod"/>
            </a:pPr>
            <a:r>
              <a:rPr lang="en-US" sz="2000" dirty="0"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Rebalance AI Portfolio Analysis Dashboard</a:t>
            </a:r>
          </a:p>
          <a:p>
            <a:pPr marL="457200" indent="-457200">
              <a:buAutoNum type="arabicPeriod"/>
            </a:pPr>
            <a:r>
              <a:rPr lang="en-US" sz="2000" dirty="0"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Learning and Future Works</a:t>
            </a:r>
          </a:p>
          <a:p>
            <a:pPr marL="457200" indent="-457200">
              <a:buAutoNum type="arabicPeriod"/>
            </a:pPr>
            <a:r>
              <a:rPr lang="en-US" sz="2000" dirty="0"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Contribution</a:t>
            </a:r>
          </a:p>
          <a:p>
            <a:pPr marL="0" indent="0">
              <a:buNone/>
            </a:pPr>
            <a:endParaRPr lang="en-US" sz="2000" dirty="0">
              <a:latin typeface="Tahoma" panose="020B0604030504040204" pitchFamily="34" charset="0"/>
              <a:ea typeface="Tahoma" panose="020B0604030504040204" pitchFamily="34" charset="0"/>
              <a:cs typeface="Tahoma" panose="020B0604030504040204" pitchFamily="34" charset="0"/>
            </a:endParaRPr>
          </a:p>
          <a:p>
            <a:pPr marL="457200" indent="-457200">
              <a:buAutoNum type="arabicPeriod"/>
            </a:pPr>
            <a:endParaRPr lang="en-US" sz="2000" dirty="0">
              <a:latin typeface="Tahoma" panose="020B0604030504040204" pitchFamily="34" charset="0"/>
              <a:ea typeface="Tahoma" panose="020B0604030504040204" pitchFamily="34" charset="0"/>
              <a:cs typeface="Tahoma" panose="020B0604030504040204" pitchFamily="34" charset="0"/>
            </a:endParaRPr>
          </a:p>
          <a:p>
            <a:pPr marL="457200" indent="-457200">
              <a:buAutoNum type="arabicPeriod"/>
            </a:pPr>
            <a:endParaRPr lang="en-US" sz="2000" dirty="0">
              <a:latin typeface="Tahoma" panose="020B0604030504040204" pitchFamily="34" charset="0"/>
              <a:ea typeface="Tahoma" panose="020B0604030504040204" pitchFamily="34" charset="0"/>
              <a:cs typeface="Tahoma" panose="020B0604030504040204" pitchFamily="34" charset="0"/>
            </a:endParaRPr>
          </a:p>
          <a:p>
            <a:pPr marL="457200" indent="-457200">
              <a:buAutoNum type="arabicPeriod"/>
            </a:pPr>
            <a:endParaRPr lang="en-US" sz="2000" dirty="0">
              <a:latin typeface="Tahoma" panose="020B0604030504040204" pitchFamily="34" charset="0"/>
              <a:ea typeface="Tahoma" panose="020B0604030504040204" pitchFamily="34" charset="0"/>
              <a:cs typeface="Tahoma" panose="020B0604030504040204" pitchFamily="34" charset="0"/>
            </a:endParaRPr>
          </a:p>
          <a:p>
            <a:pPr marL="457200" indent="-457200">
              <a:buAutoNum type="arabicPeriod"/>
            </a:pPr>
            <a:endParaRPr lang="en-US" sz="2000" dirty="0">
              <a:latin typeface="Tahoma" panose="020B0604030504040204" pitchFamily="34" charset="0"/>
              <a:ea typeface="Tahoma" panose="020B0604030504040204" pitchFamily="34" charset="0"/>
              <a:cs typeface="Tahoma" panose="020B0604030504040204" pitchFamily="34" charset="0"/>
            </a:endParaRPr>
          </a:p>
          <a:p>
            <a:pPr marL="457200" indent="-457200">
              <a:buAutoNum type="arabicPeriod"/>
            </a:pPr>
            <a:endParaRPr lang="en-US" sz="2000" dirty="0">
              <a:latin typeface="Tahoma" panose="020B0604030504040204" pitchFamily="34" charset="0"/>
              <a:ea typeface="Tahoma" panose="020B0604030504040204" pitchFamily="34" charset="0"/>
              <a:cs typeface="Tahoma" panose="020B060403050404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2697309379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71C89245-29EF-51B4-05E9-8E88202290BB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683260" y="345440"/>
            <a:ext cx="10515600" cy="6127115"/>
          </a:xfrm>
        </p:spPr>
        <p:txBody>
          <a:bodyPr/>
          <a:lstStyle/>
          <a:p>
            <a:pPr marL="0" indent="0">
              <a:buNone/>
            </a:pPr>
            <a:r>
              <a:rPr lang="en-US" sz="3600" b="1" dirty="0">
                <a:solidFill>
                  <a:srgbClr val="BD0FB5"/>
                </a:solidFill>
                <a:latin typeface="Georgia" panose="02040502050405020303" pitchFamily="18" charset="0"/>
              </a:rPr>
              <a:t>Problem statement and objective</a:t>
            </a:r>
          </a:p>
          <a:p>
            <a:pPr marL="0" indent="0">
              <a:buNone/>
            </a:pPr>
            <a:endParaRPr lang="en-US" b="1" dirty="0">
              <a:solidFill>
                <a:srgbClr val="BD0FB5"/>
              </a:solidFill>
              <a:latin typeface="Georgia" panose="02040502050405020303" pitchFamily="18" charset="0"/>
            </a:endParaRPr>
          </a:p>
          <a:p>
            <a:pPr algn="just"/>
            <a:r>
              <a:rPr lang="en-IN" sz="2000" dirty="0"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Build a Langhian powered AI agent is required to be built for analysing a quantitative finance data and with the ongoing market sentiment for an explainable portfolio recommendations</a:t>
            </a:r>
          </a:p>
          <a:p>
            <a:pPr algn="just"/>
            <a:r>
              <a:rPr lang="en-IN" sz="2000" dirty="0"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  <a:sym typeface="Wingdings" panose="05000000000000000000" pitchFamily="2" charset="2"/>
              </a:rPr>
              <a:t>Rebalance AI – Your AI Investment solution provider with data driven decision</a:t>
            </a:r>
          </a:p>
          <a:p>
            <a:pPr marL="0" indent="0">
              <a:buNone/>
            </a:pPr>
            <a:r>
              <a:rPr lang="en-IN" sz="2000" dirty="0"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  <a:sym typeface="Wingdings" panose="05000000000000000000" pitchFamily="2" charset="2"/>
              </a:rPr>
              <a:t>                           </a:t>
            </a:r>
            <a:r>
              <a:rPr lang="en-IN" sz="2000" dirty="0"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User </a:t>
            </a:r>
            <a:r>
              <a:rPr lang="en-IN" sz="2000" dirty="0"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  <a:sym typeface="Wingdings" panose="05000000000000000000" pitchFamily="2" charset="2"/>
              </a:rPr>
              <a:t> Agent  Tool  LLM  Recommendations</a:t>
            </a:r>
          </a:p>
          <a:p>
            <a:pPr marL="0" indent="0">
              <a:buNone/>
            </a:pPr>
            <a:endParaRPr lang="en-IN" sz="2000" dirty="0">
              <a:latin typeface="Tahoma" panose="020B0604030504040204" pitchFamily="34" charset="0"/>
              <a:ea typeface="Tahoma" panose="020B0604030504040204" pitchFamily="34" charset="0"/>
              <a:cs typeface="Tahoma" panose="020B0604030504040204" pitchFamily="34" charset="0"/>
            </a:endParaRPr>
          </a:p>
          <a:p>
            <a:endParaRPr lang="en-IN" sz="2000" dirty="0">
              <a:latin typeface="Tahoma" panose="020B0604030504040204" pitchFamily="34" charset="0"/>
              <a:ea typeface="Tahoma" panose="020B0604030504040204" pitchFamily="34" charset="0"/>
              <a:cs typeface="Tahoma" panose="020B0604030504040204" pitchFamily="34" charset="0"/>
            </a:endParaRPr>
          </a:p>
          <a:p>
            <a:endParaRPr lang="en-IN" sz="2000" dirty="0">
              <a:latin typeface="Tahoma" panose="020B0604030504040204" pitchFamily="34" charset="0"/>
              <a:ea typeface="Tahoma" panose="020B0604030504040204" pitchFamily="34" charset="0"/>
              <a:cs typeface="Tahoma" panose="020B0604030504040204" pitchFamily="34" charset="0"/>
            </a:endParaRPr>
          </a:p>
          <a:p>
            <a:pPr marL="0" indent="0">
              <a:buNone/>
            </a:pPr>
            <a:r>
              <a:rPr lang="en-IN" sz="2000" dirty="0"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        </a:t>
            </a:r>
          </a:p>
          <a:p>
            <a:endParaRPr lang="en-IN" sz="2000" dirty="0">
              <a:latin typeface="Tahoma" panose="020B0604030504040204" pitchFamily="34" charset="0"/>
              <a:ea typeface="Tahoma" panose="020B0604030504040204" pitchFamily="34" charset="0"/>
              <a:cs typeface="Tahoma" panose="020B0604030504040204" pitchFamily="34" charset="0"/>
            </a:endParaRPr>
          </a:p>
          <a:p>
            <a:endParaRPr lang="en-IN" sz="2000" dirty="0">
              <a:latin typeface="Tahoma" panose="020B0604030504040204" pitchFamily="34" charset="0"/>
              <a:ea typeface="Tahoma" panose="020B0604030504040204" pitchFamily="34" charset="0"/>
              <a:cs typeface="Tahoma" panose="020B0604030504040204" pitchFamily="34" charset="0"/>
            </a:endParaRPr>
          </a:p>
        </p:txBody>
      </p:sp>
      <p:pic>
        <p:nvPicPr>
          <p:cNvPr id="11" name="Picture 10">
            <a:extLst>
              <a:ext uri="{FF2B5EF4-FFF2-40B4-BE49-F238E27FC236}">
                <a16:creationId xmlns:a16="http://schemas.microsoft.com/office/drawing/2014/main" id="{EADE2827-E4C4-1394-90FA-2143AD0FBB5F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915921" y="3830321"/>
            <a:ext cx="4720790" cy="221488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05780244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141B7FB7-5776-0321-BB1E-3561095C42C5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79120" y="335280"/>
            <a:ext cx="10962640" cy="6096000"/>
          </a:xfrm>
        </p:spPr>
        <p:txBody>
          <a:bodyPr>
            <a:normAutofit/>
          </a:bodyPr>
          <a:lstStyle/>
          <a:p>
            <a:pPr marL="0" indent="0">
              <a:buNone/>
            </a:pPr>
            <a:r>
              <a:rPr lang="en-US" sz="3600" b="1" dirty="0">
                <a:solidFill>
                  <a:srgbClr val="BD0FB5"/>
                </a:solidFill>
                <a:latin typeface="Georgia" panose="02040502050405020303" pitchFamily="18" charset="0"/>
              </a:rPr>
              <a:t>Data Pipeline Overview</a:t>
            </a:r>
          </a:p>
          <a:p>
            <a:pPr marL="0" indent="0">
              <a:buNone/>
            </a:pPr>
            <a:endParaRPr lang="en-US" sz="3600" b="1" dirty="0">
              <a:solidFill>
                <a:srgbClr val="BD0FB5"/>
              </a:solidFill>
              <a:latin typeface="Georgia" panose="02040502050405020303" pitchFamily="18" charset="0"/>
            </a:endParaRPr>
          </a:p>
          <a:p>
            <a:r>
              <a:rPr lang="en-IN" sz="2000" dirty="0"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Usage of live data sources for real time insights</a:t>
            </a:r>
          </a:p>
          <a:p>
            <a:r>
              <a:rPr lang="en-IN" sz="2000" dirty="0"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Yahoo Finance API- Fetches historical and live stock data</a:t>
            </a:r>
          </a:p>
          <a:p>
            <a:r>
              <a:rPr lang="en-IN" sz="2000" dirty="0"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News API – Retrieves financial related news </a:t>
            </a:r>
          </a:p>
          <a:p>
            <a:r>
              <a:rPr lang="en-IN" sz="2000" dirty="0"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Lang chain – Co-ordinating Agents, Tools, Memory and LLM API providing analysis and explanations</a:t>
            </a:r>
          </a:p>
          <a:p>
            <a:pPr marL="0" indent="0">
              <a:buNone/>
            </a:pPr>
            <a:r>
              <a:rPr lang="en-US" sz="2000" dirty="0"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   </a:t>
            </a:r>
            <a:endParaRPr lang="en-IN" sz="2000" dirty="0">
              <a:latin typeface="Tahoma" panose="020B0604030504040204" pitchFamily="34" charset="0"/>
              <a:ea typeface="Tahoma" panose="020B0604030504040204" pitchFamily="34" charset="0"/>
              <a:cs typeface="Tahoma" panose="020B0604030504040204" pitchFamily="34" charset="0"/>
            </a:endParaRPr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5A5B149B-3C18-A5D7-F025-23AE64AD5365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643120" y="3949009"/>
            <a:ext cx="2072640" cy="872365"/>
          </a:xfrm>
          <a:prstGeom prst="rect">
            <a:avLst/>
          </a:prstGeom>
        </p:spPr>
      </p:pic>
      <p:pic>
        <p:nvPicPr>
          <p:cNvPr id="7" name="Picture 6">
            <a:extLst>
              <a:ext uri="{FF2B5EF4-FFF2-40B4-BE49-F238E27FC236}">
                <a16:creationId xmlns:a16="http://schemas.microsoft.com/office/drawing/2014/main" id="{DDEB89EA-E887-E6CC-0527-5AFA34C8619D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046719" y="3922293"/>
            <a:ext cx="2839289" cy="900036"/>
          </a:xfrm>
          <a:prstGeom prst="rect">
            <a:avLst/>
          </a:prstGeom>
        </p:spPr>
      </p:pic>
      <p:pic>
        <p:nvPicPr>
          <p:cNvPr id="9" name="Picture 8">
            <a:extLst>
              <a:ext uri="{FF2B5EF4-FFF2-40B4-BE49-F238E27FC236}">
                <a16:creationId xmlns:a16="http://schemas.microsoft.com/office/drawing/2014/main" id="{6270B604-DB80-2329-B534-F815ED9947C1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168400" y="3884713"/>
            <a:ext cx="2072640" cy="96462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128075448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8596943C-04A5-EF1C-0614-9DDD53FFD0CC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58800" y="203200"/>
            <a:ext cx="11074400" cy="6126480"/>
          </a:xfrm>
        </p:spPr>
        <p:txBody>
          <a:bodyPr>
            <a:normAutofit/>
          </a:bodyPr>
          <a:lstStyle/>
          <a:p>
            <a:pPr marL="0" indent="0">
              <a:buNone/>
            </a:pPr>
            <a:r>
              <a:rPr lang="en-US" sz="3600" b="1" dirty="0">
                <a:solidFill>
                  <a:srgbClr val="BD0FB5"/>
                </a:solidFill>
                <a:latin typeface="Georgia" panose="02040502050405020303" pitchFamily="18" charset="0"/>
              </a:rPr>
              <a:t>AI Agent Tools, Memory &amp; Agent Type</a:t>
            </a:r>
            <a:endParaRPr lang="en-IN" sz="2000" dirty="0">
              <a:latin typeface="Tahoma" panose="020B0604030504040204" pitchFamily="34" charset="0"/>
              <a:ea typeface="Tahoma" panose="020B0604030504040204" pitchFamily="34" charset="0"/>
              <a:cs typeface="Tahoma" panose="020B0604030504040204" pitchFamily="34" charset="0"/>
            </a:endParaRPr>
          </a:p>
          <a:p>
            <a:pPr algn="just"/>
            <a:r>
              <a:rPr lang="en-IN" sz="2000" b="1" dirty="0"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Fetch stock data tool </a:t>
            </a:r>
            <a:r>
              <a:rPr lang="en-IN" sz="2000" dirty="0"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- Fetches and shows data through yahoo finance API such as average volume, period return, </a:t>
            </a:r>
            <a:r>
              <a:rPr lang="en-US" sz="2000" dirty="0"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volatility, Sharpe ratio</a:t>
            </a:r>
          </a:p>
          <a:p>
            <a:pPr algn="just"/>
            <a:r>
              <a:rPr lang="en-US" sz="2000" b="1" dirty="0"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Analyze  sentiment tool </a:t>
            </a:r>
            <a:r>
              <a:rPr lang="en-US" sz="2000" dirty="0"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- Collects financial headlines and  classifies into qualitative sentiment</a:t>
            </a:r>
          </a:p>
          <a:p>
            <a:pPr algn="just"/>
            <a:r>
              <a:rPr lang="en-US" sz="2000" b="1" dirty="0"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Compare stocks tool </a:t>
            </a:r>
            <a:r>
              <a:rPr lang="en-US" sz="2000" dirty="0"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- Analyze and compare stock metrics of different organization</a:t>
            </a:r>
          </a:p>
          <a:p>
            <a:pPr algn="just"/>
            <a:r>
              <a:rPr lang="en-US" sz="2000" b="1" dirty="0"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Optimize portfolio tool </a:t>
            </a:r>
            <a:r>
              <a:rPr lang="en-US" sz="2000" dirty="0"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- Allocates assets based on investor risk profile and balances reward and risk using volatility and Sharpe ratio weightage</a:t>
            </a:r>
          </a:p>
          <a:p>
            <a:pPr algn="just"/>
            <a:r>
              <a:rPr lang="en-US" sz="2000" b="1" dirty="0"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Agent Memory </a:t>
            </a:r>
            <a:r>
              <a:rPr lang="en-US" sz="2000" dirty="0"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- ConversationBufferMmeory which holds the storage of entire conversation</a:t>
            </a:r>
          </a:p>
          <a:p>
            <a:pPr algn="just"/>
            <a:r>
              <a:rPr lang="en-US" sz="2000" b="1" dirty="0"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Agent type </a:t>
            </a:r>
            <a:r>
              <a:rPr lang="en-US" sz="2000" dirty="0"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- React Agent which showcases output in the form of Action, Observation, Thought, Final Answer</a:t>
            </a:r>
          </a:p>
          <a:p>
            <a:pPr marL="0" indent="0" algn="just">
              <a:buNone/>
            </a:pPr>
            <a:r>
              <a:rPr lang="en-US" sz="2000" dirty="0"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                                  </a:t>
            </a:r>
          </a:p>
          <a:p>
            <a:endParaRPr lang="en-IN" sz="2000" dirty="0">
              <a:latin typeface="Tahoma" panose="020B0604030504040204" pitchFamily="34" charset="0"/>
              <a:ea typeface="Tahoma" panose="020B0604030504040204" pitchFamily="34" charset="0"/>
              <a:cs typeface="Tahoma" panose="020B0604030504040204" pitchFamily="34" charset="0"/>
            </a:endParaRPr>
          </a:p>
        </p:txBody>
      </p:sp>
      <p:pic>
        <p:nvPicPr>
          <p:cNvPr id="7" name="Picture 6">
            <a:extLst>
              <a:ext uri="{FF2B5EF4-FFF2-40B4-BE49-F238E27FC236}">
                <a16:creationId xmlns:a16="http://schemas.microsoft.com/office/drawing/2014/main" id="{546B3169-BA3D-A926-9F17-4EA5821F358F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683760" y="4383478"/>
            <a:ext cx="3434462" cy="2188277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958750704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C8845B08-8F44-8A34-EA5C-B960241A1A52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89280" y="142240"/>
            <a:ext cx="10861040" cy="6085840"/>
          </a:xfrm>
        </p:spPr>
        <p:txBody>
          <a:bodyPr/>
          <a:lstStyle/>
          <a:p>
            <a:pPr marL="0" indent="0">
              <a:buNone/>
            </a:pPr>
            <a:r>
              <a:rPr lang="en-US" sz="3600" b="1" dirty="0">
                <a:solidFill>
                  <a:srgbClr val="BD0FB5"/>
                </a:solidFill>
                <a:latin typeface="Georgia" panose="02040502050405020303" pitchFamily="18" charset="0"/>
              </a:rPr>
              <a:t>Prompt Template and Prompt Output</a:t>
            </a:r>
          </a:p>
          <a:p>
            <a:r>
              <a:rPr lang="en-IN" sz="2000" dirty="0"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Prompt Template: Rebalance AI blends quantitative metrics and market sentiment </a:t>
            </a:r>
            <a:r>
              <a:rPr lang="en-US" sz="2000" dirty="0"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to deliver clear, risk-based portfolio insights. It follows a Reason </a:t>
            </a:r>
            <a:r>
              <a:rPr lang="en-US" sz="2000" dirty="0"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  <a:sym typeface="Wingdings" panose="05000000000000000000" pitchFamily="2" charset="2"/>
              </a:rPr>
              <a:t></a:t>
            </a:r>
            <a:r>
              <a:rPr lang="en-US" sz="2000" dirty="0"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 Action </a:t>
            </a:r>
            <a:r>
              <a:rPr lang="en-US" sz="2000" dirty="0"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  <a:sym typeface="Wingdings" panose="05000000000000000000" pitchFamily="2" charset="2"/>
              </a:rPr>
              <a:t></a:t>
            </a:r>
            <a:r>
              <a:rPr lang="en-US" sz="2000" dirty="0"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 Explanation flow for transparent investment decisions.</a:t>
            </a:r>
          </a:p>
          <a:p>
            <a:endParaRPr lang="en-US" sz="2000" dirty="0">
              <a:latin typeface="Tahoma" panose="020B0604030504040204" pitchFamily="34" charset="0"/>
              <a:ea typeface="Tahoma" panose="020B0604030504040204" pitchFamily="34" charset="0"/>
              <a:cs typeface="Tahoma" panose="020B0604030504040204" pitchFamily="34" charset="0"/>
            </a:endParaRPr>
          </a:p>
          <a:p>
            <a:pPr marL="0" indent="0">
              <a:buNone/>
            </a:pPr>
            <a:endParaRPr lang="en-US" sz="2000" dirty="0">
              <a:latin typeface="Tahoma" panose="020B0604030504040204" pitchFamily="34" charset="0"/>
              <a:ea typeface="Tahoma" panose="020B0604030504040204" pitchFamily="34" charset="0"/>
              <a:cs typeface="Tahoma" panose="020B0604030504040204" pitchFamily="34" charset="0"/>
            </a:endParaRPr>
          </a:p>
          <a:p>
            <a:endParaRPr lang="en-US" sz="2000" b="1" dirty="0">
              <a:solidFill>
                <a:srgbClr val="BD0FB5"/>
              </a:solidFill>
              <a:latin typeface="Tahoma" panose="020B0604030504040204" pitchFamily="34" charset="0"/>
              <a:ea typeface="Tahoma" panose="020B0604030504040204" pitchFamily="34" charset="0"/>
              <a:cs typeface="Tahoma" panose="020B0604030504040204" pitchFamily="34" charset="0"/>
            </a:endParaRPr>
          </a:p>
          <a:p>
            <a:pPr marL="0" indent="0">
              <a:buNone/>
            </a:pPr>
            <a:endParaRPr lang="en-US" b="1" dirty="0">
              <a:solidFill>
                <a:srgbClr val="BD0FB5"/>
              </a:solidFill>
              <a:latin typeface="Georgia" panose="02040502050405020303" pitchFamily="18" charset="0"/>
            </a:endParaRPr>
          </a:p>
        </p:txBody>
      </p:sp>
      <p:graphicFrame>
        <p:nvGraphicFramePr>
          <p:cNvPr id="4" name="Table 3">
            <a:extLst>
              <a:ext uri="{FF2B5EF4-FFF2-40B4-BE49-F238E27FC236}">
                <a16:creationId xmlns:a16="http://schemas.microsoft.com/office/drawing/2014/main" id="{02B7AA18-BC70-ECBB-E687-F0B49FD5574F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2377453147"/>
              </p:ext>
            </p:extLst>
          </p:nvPr>
        </p:nvGraphicFramePr>
        <p:xfrm>
          <a:off x="665481" y="1704123"/>
          <a:ext cx="10861038" cy="4915098"/>
        </p:xfrm>
        <a:graphic>
          <a:graphicData uri="http://schemas.openxmlformats.org/drawingml/2006/table">
            <a:tbl>
              <a:tblPr firstRow="1" bandRow="1">
                <a:tableStyleId>{7DF18680-E054-41AD-8BC1-D1AEF772440D}</a:tableStyleId>
              </a:tblPr>
              <a:tblGrid>
                <a:gridCol w="2800112">
                  <a:extLst>
                    <a:ext uri="{9D8B030D-6E8A-4147-A177-3AD203B41FA5}">
                      <a16:colId xmlns:a16="http://schemas.microsoft.com/office/drawing/2014/main" val="3029306093"/>
                    </a:ext>
                  </a:extLst>
                </a:gridCol>
                <a:gridCol w="2630408">
                  <a:extLst>
                    <a:ext uri="{9D8B030D-6E8A-4147-A177-3AD203B41FA5}">
                      <a16:colId xmlns:a16="http://schemas.microsoft.com/office/drawing/2014/main" val="196075106"/>
                    </a:ext>
                  </a:extLst>
                </a:gridCol>
                <a:gridCol w="2715259">
                  <a:extLst>
                    <a:ext uri="{9D8B030D-6E8A-4147-A177-3AD203B41FA5}">
                      <a16:colId xmlns:a16="http://schemas.microsoft.com/office/drawing/2014/main" val="3546545393"/>
                    </a:ext>
                  </a:extLst>
                </a:gridCol>
                <a:gridCol w="2715259">
                  <a:extLst>
                    <a:ext uri="{9D8B030D-6E8A-4147-A177-3AD203B41FA5}">
                      <a16:colId xmlns:a16="http://schemas.microsoft.com/office/drawing/2014/main" val="1204334908"/>
                    </a:ext>
                  </a:extLst>
                </a:gridCol>
              </a:tblGrid>
              <a:tr h="495498">
                <a:tc>
                  <a:txBody>
                    <a:bodyPr/>
                    <a:lstStyle/>
                    <a:p>
                      <a:pPr algn="ctr"/>
                      <a:r>
                        <a:rPr lang="en-US" dirty="0"/>
                        <a:t>      Input Prompt</a:t>
                      </a:r>
                      <a:endParaRPr lang="en-IN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dirty="0"/>
                        <a:t>Tools Used </a:t>
                      </a:r>
                      <a:endParaRPr lang="en-IN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dirty="0"/>
                        <a:t>     Key Insight</a:t>
                      </a:r>
                      <a:endParaRPr lang="en-IN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dirty="0"/>
                        <a:t>Output Obtained</a:t>
                      </a:r>
                      <a:endParaRPr lang="en-IN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3138759873"/>
                  </a:ext>
                </a:extLst>
              </a:tr>
              <a:tr h="1291548">
                <a:tc>
                  <a:txBody>
                    <a:bodyPr/>
                    <a:lstStyle/>
                    <a:p>
                      <a:pPr algn="l"/>
                      <a:r>
                        <a:rPr lang="en-IN" sz="1600" dirty="0"/>
                        <a:t>AAPL Stock Analysis, key metrics and recent sentiment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just"/>
                      <a:r>
                        <a:rPr lang="en-US" sz="1600" dirty="0"/>
                        <a:t> Fetch stock data, </a:t>
                      </a:r>
                    </a:p>
                    <a:p>
                      <a:pPr algn="just"/>
                      <a:r>
                        <a:rPr lang="en-US" sz="1600" dirty="0"/>
                        <a:t>Analyze sentiment</a:t>
                      </a:r>
                      <a:endParaRPr lang="en-IN" sz="16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l"/>
                      <a:r>
                        <a:rPr lang="en-US" sz="1600" dirty="0"/>
                        <a:t>AAPL shows moderate 7.86% return, 32.5% volatility, and mixed sentiment- indicating steady but uncertain outlook.</a:t>
                      </a:r>
                      <a:endParaRPr lang="en-IN" sz="16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600" dirty="0"/>
                        <a:t>                </a:t>
                      </a:r>
                    </a:p>
                    <a:p>
                      <a:pPr algn="ctr"/>
                      <a:endParaRPr lang="en-US" sz="1600" dirty="0"/>
                    </a:p>
                    <a:p>
                      <a:pPr algn="ctr"/>
                      <a:r>
                        <a:rPr lang="en-US" sz="1600" dirty="0"/>
                        <a:t> Yes</a:t>
                      </a:r>
                      <a:endParaRPr lang="en-IN" sz="1600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45568332"/>
                  </a:ext>
                </a:extLst>
              </a:tr>
              <a:tr h="1291548"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sz="1600" dirty="0"/>
                        <a:t>Stock Comparison (AAPL vs MSFT),</a:t>
                      </a:r>
                      <a:r>
                        <a:rPr lang="en-IN" sz="1600" b="0" kern="1200" dirty="0">
                          <a:solidFill>
                            <a:schemeClr val="dk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 recent news sentiment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just"/>
                      <a:r>
                        <a:rPr lang="en-US" sz="1600" dirty="0"/>
                        <a:t>Fetch stock data, </a:t>
                      </a:r>
                    </a:p>
                    <a:p>
                      <a:pPr algn="just"/>
                      <a:r>
                        <a:rPr lang="en-US" sz="1600" dirty="0"/>
                        <a:t>Analyze sentiment</a:t>
                      </a:r>
                      <a:endParaRPr lang="en-IN" sz="16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l"/>
                      <a:r>
                        <a:rPr lang="en-US" sz="1600" dirty="0"/>
                        <a:t>MSFT outperformed AAPL with higher Sharpe (0.99) and lower volatility (24.8%), both with positive sentiment - </a:t>
                      </a:r>
                      <a:r>
                        <a:rPr lang="en-IN" sz="1600" dirty="0"/>
                        <a:t>MSFT more stable choice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600" dirty="0"/>
                        <a:t>                 </a:t>
                      </a:r>
                    </a:p>
                    <a:p>
                      <a:pPr algn="ctr"/>
                      <a:endParaRPr lang="en-US" sz="1600" dirty="0"/>
                    </a:p>
                    <a:p>
                      <a:pPr algn="ctr"/>
                      <a:r>
                        <a:rPr lang="en-US" sz="1600" dirty="0"/>
                        <a:t> Yes</a:t>
                      </a:r>
                      <a:endParaRPr lang="en-IN" sz="1600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476238"/>
                  </a:ext>
                </a:extLst>
              </a:tr>
              <a:tr h="1696740">
                <a:tc>
                  <a:txBody>
                    <a:bodyPr/>
                    <a:lstStyle/>
                    <a:p>
                      <a:pPr algn="l"/>
                      <a:r>
                        <a:rPr lang="en-US" sz="1600" dirty="0"/>
                        <a:t>Portfolio recommendation for 10,000$ investment</a:t>
                      </a:r>
                      <a:endParaRPr lang="en-IN" sz="16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just"/>
                      <a:r>
                        <a:rPr lang="en-US" sz="1600" dirty="0"/>
                        <a:t>Fetch stock data, Compare Stocks, Analyze sentiment,</a:t>
                      </a:r>
                    </a:p>
                    <a:p>
                      <a:pPr algn="just"/>
                      <a:r>
                        <a:rPr lang="en-US" sz="1600" dirty="0"/>
                        <a:t>Optimize Portfolio</a:t>
                      </a:r>
                      <a:endParaRPr lang="en-IN" sz="16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l"/>
                      <a:r>
                        <a:rPr lang="en-IN" sz="1600" dirty="0"/>
                        <a:t>Suggested balanced tech portfolio - 25% AAPL,  25% MSFT,  25% GOOGL, 25% NVDA</a:t>
                      </a:r>
                      <a:br>
                        <a:rPr lang="en-IN" sz="1600" dirty="0"/>
                      </a:br>
                      <a:r>
                        <a:rPr lang="en-US" sz="1600" dirty="0"/>
                        <a:t>Blends growth and stability, aligning with moderate-risk investor profile.</a:t>
                      </a:r>
                      <a:endParaRPr lang="en-IN" sz="16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600" dirty="0"/>
                        <a:t>                  </a:t>
                      </a:r>
                    </a:p>
                    <a:p>
                      <a:pPr algn="ctr"/>
                      <a:endParaRPr lang="en-US" sz="1600" dirty="0"/>
                    </a:p>
                    <a:p>
                      <a:pPr algn="ctr"/>
                      <a:r>
                        <a:rPr lang="en-US" sz="1600" dirty="0"/>
                        <a:t>                    </a:t>
                      </a:r>
                    </a:p>
                    <a:p>
                      <a:pPr algn="ctr"/>
                      <a:r>
                        <a:rPr lang="en-US" sz="1600" dirty="0"/>
                        <a:t>Yes</a:t>
                      </a:r>
                      <a:endParaRPr lang="en-IN" sz="1600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558132078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163592301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A229BCD4-38FF-6770-B653-90A16F99BC8C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386080" y="101600"/>
            <a:ext cx="11338560" cy="6238240"/>
          </a:xfrm>
        </p:spPr>
        <p:txBody>
          <a:bodyPr/>
          <a:lstStyle/>
          <a:p>
            <a:pPr marL="0" indent="0">
              <a:buNone/>
            </a:pPr>
            <a:r>
              <a:rPr lang="en-US" sz="3600" b="1" dirty="0">
                <a:solidFill>
                  <a:srgbClr val="BD0FB5"/>
                </a:solidFill>
                <a:latin typeface="Georgia" panose="02040502050405020303" pitchFamily="18" charset="0"/>
              </a:rPr>
              <a:t>Multi Model Comparison</a:t>
            </a:r>
          </a:p>
          <a:p>
            <a:pPr algn="just"/>
            <a:r>
              <a:rPr lang="en-US" sz="2000" dirty="0"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Two AI agents - one powered by GPT-4 and another by Claude -3 were created using the same Rebalance AI framework.</a:t>
            </a:r>
          </a:p>
          <a:p>
            <a:pPr algn="just"/>
            <a:r>
              <a:rPr lang="en-US" sz="2000" dirty="0"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Both were tested on an identical Tesla (TSLA) investment analysis prompt to compare reasoning, sentiment interpretation, and portfolio recommendations.</a:t>
            </a:r>
          </a:p>
          <a:p>
            <a:pPr algn="just"/>
            <a:endParaRPr lang="en-US" sz="2000" dirty="0">
              <a:latin typeface="Tahoma" panose="020B0604030504040204" pitchFamily="34" charset="0"/>
              <a:ea typeface="Tahoma" panose="020B0604030504040204" pitchFamily="34" charset="0"/>
              <a:cs typeface="Tahoma" panose="020B0604030504040204" pitchFamily="34" charset="0"/>
            </a:endParaRPr>
          </a:p>
          <a:p>
            <a:pPr marL="0" indent="0" algn="just">
              <a:buNone/>
            </a:pPr>
            <a:endParaRPr lang="en-IN" sz="2000" dirty="0">
              <a:latin typeface="Tahoma" panose="020B0604030504040204" pitchFamily="34" charset="0"/>
              <a:ea typeface="Tahoma" panose="020B0604030504040204" pitchFamily="34" charset="0"/>
              <a:cs typeface="Tahoma" panose="020B0604030504040204" pitchFamily="34" charset="0"/>
            </a:endParaRPr>
          </a:p>
        </p:txBody>
      </p:sp>
      <p:graphicFrame>
        <p:nvGraphicFramePr>
          <p:cNvPr id="4" name="Table 3">
            <a:extLst>
              <a:ext uri="{FF2B5EF4-FFF2-40B4-BE49-F238E27FC236}">
                <a16:creationId xmlns:a16="http://schemas.microsoft.com/office/drawing/2014/main" id="{E32A2E49-0EF1-D1F5-EC44-333E1F9FC581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3857579412"/>
              </p:ext>
            </p:extLst>
          </p:nvPr>
        </p:nvGraphicFramePr>
        <p:xfrm>
          <a:off x="726440" y="2131906"/>
          <a:ext cx="10739120" cy="3593555"/>
        </p:xfrm>
        <a:graphic>
          <a:graphicData uri="http://schemas.openxmlformats.org/drawingml/2006/table">
            <a:tbl>
              <a:tblPr firstRow="1" bandRow="1">
                <a:tableStyleId>{7DF18680-E054-41AD-8BC1-D1AEF772440D}</a:tableStyleId>
              </a:tblPr>
              <a:tblGrid>
                <a:gridCol w="2147824">
                  <a:extLst>
                    <a:ext uri="{9D8B030D-6E8A-4147-A177-3AD203B41FA5}">
                      <a16:colId xmlns:a16="http://schemas.microsoft.com/office/drawing/2014/main" val="4058493103"/>
                    </a:ext>
                  </a:extLst>
                </a:gridCol>
                <a:gridCol w="2147824">
                  <a:extLst>
                    <a:ext uri="{9D8B030D-6E8A-4147-A177-3AD203B41FA5}">
                      <a16:colId xmlns:a16="http://schemas.microsoft.com/office/drawing/2014/main" val="1030081737"/>
                    </a:ext>
                  </a:extLst>
                </a:gridCol>
                <a:gridCol w="2147824">
                  <a:extLst>
                    <a:ext uri="{9D8B030D-6E8A-4147-A177-3AD203B41FA5}">
                      <a16:colId xmlns:a16="http://schemas.microsoft.com/office/drawing/2014/main" val="548385636"/>
                    </a:ext>
                  </a:extLst>
                </a:gridCol>
                <a:gridCol w="2147824">
                  <a:extLst>
                    <a:ext uri="{9D8B030D-6E8A-4147-A177-3AD203B41FA5}">
                      <a16:colId xmlns:a16="http://schemas.microsoft.com/office/drawing/2014/main" val="1828387989"/>
                    </a:ext>
                  </a:extLst>
                </a:gridCol>
                <a:gridCol w="2147824">
                  <a:extLst>
                    <a:ext uri="{9D8B030D-6E8A-4147-A177-3AD203B41FA5}">
                      <a16:colId xmlns:a16="http://schemas.microsoft.com/office/drawing/2014/main" val="3283421110"/>
                    </a:ext>
                  </a:extLst>
                </a:gridCol>
              </a:tblGrid>
              <a:tr h="393155">
                <a:tc>
                  <a:txBody>
                    <a:bodyPr/>
                    <a:lstStyle/>
                    <a:p>
                      <a:pPr algn="ctr"/>
                      <a:r>
                        <a:rPr lang="en-US" dirty="0"/>
                        <a:t>   Model</a:t>
                      </a:r>
                      <a:endParaRPr lang="en-IN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dirty="0"/>
                        <a:t>     Word Count</a:t>
                      </a:r>
                      <a:endParaRPr lang="en-IN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dirty="0"/>
                        <a:t>   Character Count</a:t>
                      </a:r>
                      <a:endParaRPr lang="en-IN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dirty="0"/>
                        <a:t>Summary</a:t>
                      </a:r>
                      <a:endParaRPr lang="en-IN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/>
                        <a:t>Output Obtained</a:t>
                      </a:r>
                      <a:endParaRPr lang="en-IN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580451158"/>
                  </a:ext>
                </a:extLst>
              </a:tr>
              <a:tr h="1491951">
                <a:tc>
                  <a:txBody>
                    <a:bodyPr/>
                    <a:lstStyle/>
                    <a:p>
                      <a:pPr algn="l"/>
                      <a:r>
                        <a:rPr lang="en-US" dirty="0"/>
                        <a:t>  GPT - 4</a:t>
                      </a:r>
                      <a:endParaRPr lang="en-IN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l"/>
                      <a:r>
                        <a:rPr lang="en-US" dirty="0"/>
                        <a:t>   92</a:t>
                      </a:r>
                      <a:endParaRPr lang="en-IN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l"/>
                      <a:r>
                        <a:rPr lang="en-US" dirty="0"/>
                        <a:t>     591</a:t>
                      </a:r>
                      <a:endParaRPr lang="en-IN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l">
                        <a:buNone/>
                      </a:pPr>
                      <a:r>
                        <a:rPr lang="en-US" dirty="0"/>
                        <a:t>Gave a clear, balanced analysis despite data gaps - used sentiment to offer practical and diversified advice.</a:t>
                      </a:r>
                      <a:endParaRPr lang="en-IN" dirty="0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marL="0" marR="0" lvl="0" indent="0" algn="just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dirty="0"/>
                        <a:t>          Partially</a:t>
                      </a:r>
                      <a:endParaRPr lang="en-IN" dirty="0"/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4030472799"/>
                  </a:ext>
                </a:extLst>
              </a:tr>
              <a:tr h="1040565"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dirty="0"/>
                        <a:t> Claude-</a:t>
                      </a:r>
                      <a:r>
                        <a:rPr lang="en-IN" sz="1800" b="0" kern="1200" dirty="0">
                          <a:solidFill>
                            <a:schemeClr val="dk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3-haiku-         20240307</a:t>
                      </a:r>
                    </a:p>
                    <a:p>
                      <a:pPr algn="l"/>
                      <a:endParaRPr lang="en-IN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l"/>
                      <a:r>
                        <a:rPr lang="en-US" dirty="0"/>
                        <a:t>     174</a:t>
                      </a:r>
                      <a:endParaRPr lang="en-IN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l"/>
                      <a:r>
                        <a:rPr lang="en-US" dirty="0"/>
                        <a:t>      1086</a:t>
                      </a:r>
                      <a:endParaRPr lang="en-IN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l"/>
                      <a:r>
                        <a:rPr lang="en-US" dirty="0"/>
                        <a:t>Explained missing data well but stopped early, offering no actionable insights.</a:t>
                      </a:r>
                      <a:endParaRPr lang="en-IN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just"/>
                      <a:r>
                        <a:rPr lang="en-US" dirty="0"/>
                        <a:t>      </a:t>
                      </a:r>
                    </a:p>
                    <a:p>
                      <a:pPr algn="just"/>
                      <a:endParaRPr lang="en-US" dirty="0"/>
                    </a:p>
                    <a:p>
                      <a:pPr algn="just"/>
                      <a:r>
                        <a:rPr lang="en-US" dirty="0"/>
                        <a:t>                No</a:t>
                      </a:r>
                      <a:endParaRPr lang="en-IN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2506617953"/>
                  </a:ext>
                </a:extLst>
              </a:tr>
            </a:tbl>
          </a:graphicData>
        </a:graphic>
      </p:graphicFrame>
      <p:sp>
        <p:nvSpPr>
          <p:cNvPr id="10" name="TextBox 9">
            <a:extLst>
              <a:ext uri="{FF2B5EF4-FFF2-40B4-BE49-F238E27FC236}">
                <a16:creationId xmlns:a16="http://schemas.microsoft.com/office/drawing/2014/main" id="{BE3E4FEF-C11B-CF7A-77ED-76CD16F6D086}"/>
              </a:ext>
            </a:extLst>
          </p:cNvPr>
          <p:cNvSpPr txBox="1"/>
          <p:nvPr/>
        </p:nvSpPr>
        <p:spPr>
          <a:xfrm>
            <a:off x="645160" y="5804903"/>
            <a:ext cx="11079480" cy="70788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sz="2000" b="1" dirty="0"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Key Takeaway: </a:t>
            </a:r>
            <a:r>
              <a:rPr lang="en-US" sz="2000" dirty="0"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GPT-4 was adaptive and insightful, while Claude was clear but too cautious when data was missing</a:t>
            </a:r>
            <a:r>
              <a:rPr lang="en-US" dirty="0"/>
              <a:t>.</a:t>
            </a:r>
            <a:endParaRPr lang="en-IN" dirty="0"/>
          </a:p>
        </p:txBody>
      </p:sp>
    </p:spTree>
    <p:extLst>
      <p:ext uri="{BB962C8B-B14F-4D97-AF65-F5344CB8AC3E}">
        <p14:creationId xmlns:p14="http://schemas.microsoft.com/office/powerpoint/2010/main" val="980450331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38AC1971-D7F2-D8EA-F8B6-6447A6EE018F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431800" y="132719"/>
            <a:ext cx="11328400" cy="6187440"/>
          </a:xfrm>
        </p:spPr>
        <p:txBody>
          <a:bodyPr>
            <a:normAutofit/>
          </a:bodyPr>
          <a:lstStyle/>
          <a:p>
            <a:pPr marL="0" indent="0">
              <a:buNone/>
            </a:pPr>
            <a:r>
              <a:rPr lang="en-US" sz="3600" b="1" dirty="0">
                <a:solidFill>
                  <a:srgbClr val="BD0FB5"/>
                </a:solidFill>
                <a:latin typeface="Georgia" panose="02040502050405020303" pitchFamily="18" charset="0"/>
              </a:rPr>
              <a:t>Rebalance AI Portfolio Analysis Dashboard</a:t>
            </a:r>
          </a:p>
          <a:p>
            <a:pPr marL="0" indent="0">
              <a:buNone/>
            </a:pPr>
            <a:endParaRPr lang="en-US" sz="3600" b="1" dirty="0">
              <a:solidFill>
                <a:srgbClr val="BD0FB5"/>
              </a:solidFill>
              <a:latin typeface="Georgia" panose="02040502050405020303" pitchFamily="18" charset="0"/>
            </a:endParaRPr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1CE414A9-700D-7D49-5A2D-DB499681ED03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934461" y="876340"/>
            <a:ext cx="4016375" cy="2350099"/>
          </a:xfrm>
          <a:prstGeom prst="rect">
            <a:avLst/>
          </a:prstGeom>
        </p:spPr>
      </p:pic>
      <p:pic>
        <p:nvPicPr>
          <p:cNvPr id="7" name="Picture 6">
            <a:extLst>
              <a:ext uri="{FF2B5EF4-FFF2-40B4-BE49-F238E27FC236}">
                <a16:creationId xmlns:a16="http://schemas.microsoft.com/office/drawing/2014/main" id="{46EC5679-F52B-4677-7B75-8238124DE123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257540" y="897999"/>
            <a:ext cx="3502660" cy="2350099"/>
          </a:xfrm>
          <a:prstGeom prst="rect">
            <a:avLst/>
          </a:prstGeom>
        </p:spPr>
      </p:pic>
      <p:pic>
        <p:nvPicPr>
          <p:cNvPr id="9" name="Picture 8">
            <a:extLst>
              <a:ext uri="{FF2B5EF4-FFF2-40B4-BE49-F238E27FC236}">
                <a16:creationId xmlns:a16="http://schemas.microsoft.com/office/drawing/2014/main" id="{69297FCA-2436-A134-D709-E82EEE13BB56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3900805" y="3609902"/>
            <a:ext cx="4083685" cy="2710257"/>
          </a:xfrm>
          <a:prstGeom prst="rect">
            <a:avLst/>
          </a:prstGeom>
        </p:spPr>
      </p:pic>
      <p:pic>
        <p:nvPicPr>
          <p:cNvPr id="13" name="Picture 12">
            <a:extLst>
              <a:ext uri="{FF2B5EF4-FFF2-40B4-BE49-F238E27FC236}">
                <a16:creationId xmlns:a16="http://schemas.microsoft.com/office/drawing/2014/main" id="{D3FDDE97-FEFF-C2E0-15D8-6760FAC37264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8257539" y="3609902"/>
            <a:ext cx="3502661" cy="2710257"/>
          </a:xfrm>
          <a:prstGeom prst="rect">
            <a:avLst/>
          </a:prstGeom>
        </p:spPr>
      </p:pic>
      <p:sp>
        <p:nvSpPr>
          <p:cNvPr id="14" name="Content Placeholder 2">
            <a:extLst>
              <a:ext uri="{FF2B5EF4-FFF2-40B4-BE49-F238E27FC236}">
                <a16:creationId xmlns:a16="http://schemas.microsoft.com/office/drawing/2014/main" id="{F8B979B1-34E3-8873-598D-9B36A3ECF56F}"/>
              </a:ext>
            </a:extLst>
          </p:cNvPr>
          <p:cNvSpPr txBox="1">
            <a:spLocks/>
          </p:cNvSpPr>
          <p:nvPr/>
        </p:nvSpPr>
        <p:spPr>
          <a:xfrm>
            <a:off x="594059" y="874365"/>
            <a:ext cx="2805590" cy="2735537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>
            <a:lvl1pPr marL="228600" indent="-22860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>
              <a:buNone/>
            </a:pPr>
            <a:r>
              <a:rPr lang="en-US" sz="2000" dirty="0">
                <a:latin typeface="Tohama"/>
              </a:rPr>
              <a:t>AI-generated portfolio dashboard showing stock allocation, performance trends, risk-return distribution, and investment weighting for $10,000 diversified across AAPL, MSFT, NVDA, and GOOGL.</a:t>
            </a:r>
          </a:p>
          <a:p>
            <a:pPr marL="0" indent="0">
              <a:buFont typeface="Arial" panose="020B0604020202020204" pitchFamily="34" charset="0"/>
              <a:buNone/>
            </a:pPr>
            <a:endParaRPr lang="en-US" sz="2000" b="1" dirty="0">
              <a:solidFill>
                <a:srgbClr val="BD0FB5"/>
              </a:solidFill>
              <a:latin typeface="Georgia" panose="02040502050405020303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2880145131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1AE521BB-0481-7DA5-122D-D3F2233E4505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471948" y="258096"/>
            <a:ext cx="11248103" cy="6341807"/>
          </a:xfrm>
        </p:spPr>
        <p:txBody>
          <a:bodyPr>
            <a:normAutofit fontScale="47500" lnSpcReduction="20000"/>
          </a:bodyPr>
          <a:lstStyle/>
          <a:p>
            <a:pPr marL="0" indent="0" algn="just">
              <a:lnSpc>
                <a:spcPct val="110000"/>
              </a:lnSpc>
              <a:buNone/>
            </a:pPr>
            <a:r>
              <a:rPr lang="en-IN" sz="7600" b="1" dirty="0">
                <a:solidFill>
                  <a:srgbClr val="BD0FB5"/>
                </a:solidFill>
                <a:latin typeface="Georgia" panose="02040502050405020303" pitchFamily="18" charset="0"/>
                <a:ea typeface="Tahoma" panose="020B0604030504040204" pitchFamily="34" charset="0"/>
                <a:cs typeface="Tahoma" panose="020B0604030504040204" pitchFamily="34" charset="0"/>
              </a:rPr>
              <a:t>Learnings and Future Works</a:t>
            </a:r>
          </a:p>
          <a:p>
            <a:pPr marL="0" indent="0" algn="just">
              <a:lnSpc>
                <a:spcPct val="110000"/>
              </a:lnSpc>
              <a:buNone/>
            </a:pPr>
            <a:endParaRPr lang="en-IN" sz="4200" b="1" dirty="0">
              <a:latin typeface="Tahoma" panose="020B0604030504040204" pitchFamily="34" charset="0"/>
              <a:ea typeface="Tahoma" panose="020B0604030504040204" pitchFamily="34" charset="0"/>
              <a:cs typeface="Tahoma" panose="020B0604030504040204" pitchFamily="34" charset="0"/>
            </a:endParaRPr>
          </a:p>
          <a:p>
            <a:pPr marL="0" indent="0" algn="just">
              <a:lnSpc>
                <a:spcPct val="110000"/>
              </a:lnSpc>
              <a:buNone/>
            </a:pPr>
            <a:endParaRPr lang="en-IN" sz="1600" b="1" dirty="0">
              <a:latin typeface="Tahoma" panose="020B0604030504040204" pitchFamily="34" charset="0"/>
              <a:ea typeface="Tahoma" panose="020B0604030504040204" pitchFamily="34" charset="0"/>
              <a:cs typeface="Tahoma" panose="020B0604030504040204" pitchFamily="34" charset="0"/>
            </a:endParaRPr>
          </a:p>
          <a:p>
            <a:pPr algn="just">
              <a:lnSpc>
                <a:spcPct val="110000"/>
              </a:lnSpc>
            </a:pPr>
            <a:r>
              <a:rPr lang="en-IN" sz="3500" b="1" dirty="0"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API Integration Skills: </a:t>
            </a:r>
            <a:r>
              <a:rPr lang="en-US" sz="3500" dirty="0"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Strengthened ability to merge financial APIs, sentiment analysis, and visualization into one coherent AI-driven portfolio system.</a:t>
            </a:r>
          </a:p>
          <a:p>
            <a:pPr algn="just">
              <a:lnSpc>
                <a:spcPct val="110000"/>
              </a:lnSpc>
            </a:pPr>
            <a:r>
              <a:rPr lang="en-US" sz="3500" b="1" dirty="0"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Agent Workflow Design</a:t>
            </a:r>
            <a:r>
              <a:rPr lang="en-US" sz="3500" dirty="0"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: Gained hands on experience of prompt templates, tools and Agents to make AI decision explainable</a:t>
            </a:r>
          </a:p>
          <a:p>
            <a:pPr algn="just">
              <a:lnSpc>
                <a:spcPct val="110000"/>
              </a:lnSpc>
            </a:pPr>
            <a:r>
              <a:rPr lang="en-US" sz="3500" b="1" dirty="0"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Model Adaptability: </a:t>
            </a:r>
            <a:r>
              <a:rPr lang="en-US" sz="3500" dirty="0"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Learned how different models(GPT4, Claude model) interpret and act over a dataset</a:t>
            </a:r>
          </a:p>
          <a:p>
            <a:pPr>
              <a:lnSpc>
                <a:spcPct val="110000"/>
              </a:lnSpc>
            </a:pPr>
            <a:r>
              <a:rPr lang="en-IN" sz="3500" b="1" dirty="0"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Multi Asset Expansion: </a:t>
            </a:r>
            <a:r>
              <a:rPr lang="en-IN" sz="3500" dirty="0"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Extension of analysis beyond stocks like bonds and crypto currencies </a:t>
            </a:r>
          </a:p>
          <a:p>
            <a:pPr algn="just">
              <a:lnSpc>
                <a:spcPct val="110000"/>
              </a:lnSpc>
            </a:pPr>
            <a:r>
              <a:rPr lang="en-IN" sz="3500" b="1" dirty="0"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Reinforcement Learning Integration: </a:t>
            </a:r>
            <a:r>
              <a:rPr lang="en-US" sz="3500" dirty="0"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Add reinforcement learning to enable smarter, adaptive rebalancing decisions</a:t>
            </a:r>
            <a:endParaRPr lang="en-IN" sz="3500" dirty="0">
              <a:latin typeface="Tahoma" panose="020B0604030504040204" pitchFamily="34" charset="0"/>
              <a:ea typeface="Tahoma" panose="020B0604030504040204" pitchFamily="34" charset="0"/>
              <a:cs typeface="Tahoma" panose="020B0604030504040204" pitchFamily="34" charset="0"/>
            </a:endParaRPr>
          </a:p>
          <a:p>
            <a:pPr marL="0" indent="0" algn="just">
              <a:buNone/>
            </a:pPr>
            <a:r>
              <a:rPr lang="en-IN" sz="2000" dirty="0"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                                                 </a:t>
            </a:r>
          </a:p>
          <a:p>
            <a:pPr marL="0" indent="0" algn="just">
              <a:buNone/>
            </a:pPr>
            <a:endParaRPr lang="en-US" sz="3600" dirty="0">
              <a:latin typeface="Tahoma" panose="020B0604030504040204" pitchFamily="34" charset="0"/>
              <a:ea typeface="Tahoma" panose="020B0604030504040204" pitchFamily="34" charset="0"/>
              <a:cs typeface="Tahoma" panose="020B0604030504040204" pitchFamily="34" charset="0"/>
            </a:endParaRPr>
          </a:p>
          <a:p>
            <a:pPr algn="just"/>
            <a:r>
              <a:rPr lang="en-US" sz="2000" dirty="0"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                                                           </a:t>
            </a:r>
          </a:p>
          <a:p>
            <a:pPr algn="just"/>
            <a:endParaRPr lang="en-US" sz="2000" dirty="0">
              <a:latin typeface="Tahoma" panose="020B0604030504040204" pitchFamily="34" charset="0"/>
              <a:ea typeface="Tahoma" panose="020B0604030504040204" pitchFamily="34" charset="0"/>
              <a:cs typeface="Tahoma" panose="020B0604030504040204" pitchFamily="34" charset="0"/>
            </a:endParaRPr>
          </a:p>
          <a:p>
            <a:pPr algn="just"/>
            <a:endParaRPr lang="en-US" sz="2000" dirty="0">
              <a:latin typeface="Tahoma" panose="020B0604030504040204" pitchFamily="34" charset="0"/>
              <a:ea typeface="Tahoma" panose="020B0604030504040204" pitchFamily="34" charset="0"/>
              <a:cs typeface="Tahoma" panose="020B0604030504040204" pitchFamily="34" charset="0"/>
            </a:endParaRPr>
          </a:p>
          <a:p>
            <a:pPr marL="0" indent="0" algn="just">
              <a:buNone/>
            </a:pPr>
            <a:endParaRPr lang="en-US" sz="2000" dirty="0">
              <a:latin typeface="Tahoma" panose="020B0604030504040204" pitchFamily="34" charset="0"/>
              <a:ea typeface="Tahoma" panose="020B0604030504040204" pitchFamily="34" charset="0"/>
              <a:cs typeface="Tahoma" panose="020B0604030504040204" pitchFamily="34" charset="0"/>
            </a:endParaRPr>
          </a:p>
          <a:p>
            <a:pPr marL="0" indent="0">
              <a:buNone/>
            </a:pPr>
            <a:endParaRPr lang="en-IN" dirty="0"/>
          </a:p>
          <a:p>
            <a:pPr marL="0" indent="0">
              <a:buNone/>
            </a:pPr>
            <a:r>
              <a:rPr lang="en-IN" dirty="0"/>
              <a:t> </a:t>
            </a:r>
          </a:p>
        </p:txBody>
      </p:sp>
      <p:pic>
        <p:nvPicPr>
          <p:cNvPr id="7" name="Picture 6">
            <a:extLst>
              <a:ext uri="{FF2B5EF4-FFF2-40B4-BE49-F238E27FC236}">
                <a16:creationId xmlns:a16="http://schemas.microsoft.com/office/drawing/2014/main" id="{44EEAC4D-BE96-0AE0-20A8-9B2BC63A7878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674387" y="4054481"/>
            <a:ext cx="3977985" cy="2209992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612457310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6284BA22-2D6F-D159-47F1-7FF65B8FA03D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200" y="540774"/>
            <a:ext cx="10515600" cy="5636189"/>
          </a:xfrm>
        </p:spPr>
        <p:txBody>
          <a:bodyPr/>
          <a:lstStyle/>
          <a:p>
            <a:pPr marL="0" indent="0">
              <a:buNone/>
            </a:pPr>
            <a:r>
              <a:rPr lang="en-US" b="1" dirty="0">
                <a:solidFill>
                  <a:srgbClr val="BD0FB5"/>
                </a:solidFill>
                <a:latin typeface="Georgia" panose="02040502050405020303" pitchFamily="18" charset="0"/>
                <a:ea typeface="Tahoma" panose="020B0604030504040204" pitchFamily="34" charset="0"/>
                <a:cs typeface="Tahoma" panose="020B0604030504040204" pitchFamily="34" charset="0"/>
              </a:rPr>
              <a:t>C</a:t>
            </a:r>
            <a:r>
              <a:rPr lang="en-IN" b="1" dirty="0" err="1">
                <a:solidFill>
                  <a:srgbClr val="BD0FB5"/>
                </a:solidFill>
                <a:latin typeface="Georgia" panose="02040502050405020303" pitchFamily="18" charset="0"/>
                <a:ea typeface="Tahoma" panose="020B0604030504040204" pitchFamily="34" charset="0"/>
                <a:cs typeface="Tahoma" panose="020B0604030504040204" pitchFamily="34" charset="0"/>
              </a:rPr>
              <a:t>ontribution</a:t>
            </a:r>
            <a:endParaRPr lang="en-IN" b="1" dirty="0">
              <a:solidFill>
                <a:srgbClr val="BD0FB5"/>
              </a:solidFill>
              <a:latin typeface="Georgia" panose="02040502050405020303" pitchFamily="18" charset="0"/>
              <a:ea typeface="Tahoma" panose="020B0604030504040204" pitchFamily="34" charset="0"/>
              <a:cs typeface="Tahoma" panose="020B0604030504040204" pitchFamily="34" charset="0"/>
            </a:endParaRPr>
          </a:p>
          <a:p>
            <a:pPr marL="0" indent="0">
              <a:buNone/>
            </a:pPr>
            <a:endParaRPr lang="en-IN" b="1" dirty="0">
              <a:solidFill>
                <a:srgbClr val="BD0FB5"/>
              </a:solidFill>
              <a:latin typeface="Georgia" panose="02040502050405020303" pitchFamily="18" charset="0"/>
              <a:ea typeface="Tahoma" panose="020B0604030504040204" pitchFamily="34" charset="0"/>
              <a:cs typeface="Tahoma" panose="020B0604030504040204" pitchFamily="34" charset="0"/>
            </a:endParaRPr>
          </a:p>
          <a:p>
            <a:pPr marL="0" indent="0">
              <a:buNone/>
            </a:pPr>
            <a:endParaRPr lang="en-IN" b="1" dirty="0">
              <a:solidFill>
                <a:srgbClr val="BD0FB5"/>
              </a:solidFill>
              <a:latin typeface="Georgia" panose="02040502050405020303" pitchFamily="18" charset="0"/>
              <a:ea typeface="Tahoma" panose="020B0604030504040204" pitchFamily="34" charset="0"/>
              <a:cs typeface="Tahoma" panose="020B0604030504040204" pitchFamily="34" charset="0"/>
            </a:endParaRPr>
          </a:p>
          <a:p>
            <a:pPr marL="0" indent="0">
              <a:buNone/>
            </a:pPr>
            <a:endParaRPr lang="en-IN" b="1" dirty="0">
              <a:solidFill>
                <a:srgbClr val="BD0FB5"/>
              </a:solidFill>
              <a:latin typeface="Georgia" panose="02040502050405020303" pitchFamily="18" charset="0"/>
              <a:ea typeface="Tahoma" panose="020B0604030504040204" pitchFamily="34" charset="0"/>
              <a:cs typeface="Tahoma" panose="020B0604030504040204" pitchFamily="34" charset="0"/>
            </a:endParaRPr>
          </a:p>
          <a:p>
            <a:pPr marL="0" indent="0">
              <a:buNone/>
            </a:pPr>
            <a:endParaRPr lang="en-IN" b="1" dirty="0">
              <a:solidFill>
                <a:srgbClr val="BD0FB5"/>
              </a:solidFill>
              <a:latin typeface="Georgia" panose="02040502050405020303" pitchFamily="18" charset="0"/>
              <a:ea typeface="Tahoma" panose="020B0604030504040204" pitchFamily="34" charset="0"/>
              <a:cs typeface="Tahoma" panose="020B0604030504040204" pitchFamily="34" charset="0"/>
            </a:endParaRPr>
          </a:p>
          <a:p>
            <a:pPr marL="0" indent="0">
              <a:buNone/>
            </a:pPr>
            <a:endParaRPr lang="en-IN" b="1" dirty="0">
              <a:solidFill>
                <a:srgbClr val="BD0FB5"/>
              </a:solidFill>
              <a:latin typeface="Georgia" panose="02040502050405020303" pitchFamily="18" charset="0"/>
              <a:ea typeface="Tahoma" panose="020B0604030504040204" pitchFamily="34" charset="0"/>
              <a:cs typeface="Tahoma" panose="020B0604030504040204" pitchFamily="34" charset="0"/>
            </a:endParaRPr>
          </a:p>
          <a:p>
            <a:pPr algn="just"/>
            <a:r>
              <a:rPr lang="en-IN" sz="2000" dirty="0"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All members contributed equally in providing inputs, API findings, code generation, readme, creation and presentation of slides.</a:t>
            </a:r>
          </a:p>
        </p:txBody>
      </p:sp>
      <p:graphicFrame>
        <p:nvGraphicFramePr>
          <p:cNvPr id="5" name="Table 4">
            <a:extLst>
              <a:ext uri="{FF2B5EF4-FFF2-40B4-BE49-F238E27FC236}">
                <a16:creationId xmlns:a16="http://schemas.microsoft.com/office/drawing/2014/main" id="{BFBFA225-BD39-9686-12A3-AFC18FE6E9CE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2375033891"/>
              </p:ext>
            </p:extLst>
          </p:nvPr>
        </p:nvGraphicFramePr>
        <p:xfrm>
          <a:off x="1933678" y="1574800"/>
          <a:ext cx="8128000" cy="1854200"/>
        </p:xfrm>
        <a:graphic>
          <a:graphicData uri="http://schemas.openxmlformats.org/drawingml/2006/table">
            <a:tbl>
              <a:tblPr firstRow="1" bandRow="1">
                <a:tableStyleId>{7DF18680-E054-41AD-8BC1-D1AEF772440D}</a:tableStyleId>
              </a:tblPr>
              <a:tblGrid>
                <a:gridCol w="4064000">
                  <a:extLst>
                    <a:ext uri="{9D8B030D-6E8A-4147-A177-3AD203B41FA5}">
                      <a16:colId xmlns:a16="http://schemas.microsoft.com/office/drawing/2014/main" val="785680042"/>
                    </a:ext>
                  </a:extLst>
                </a:gridCol>
                <a:gridCol w="4064000">
                  <a:extLst>
                    <a:ext uri="{9D8B030D-6E8A-4147-A177-3AD203B41FA5}">
                      <a16:colId xmlns:a16="http://schemas.microsoft.com/office/drawing/2014/main" val="4170450323"/>
                    </a:ext>
                  </a:extLst>
                </a:gridCol>
              </a:tblGrid>
              <a:tr h="370840">
                <a:tc>
                  <a:txBody>
                    <a:bodyPr/>
                    <a:lstStyle/>
                    <a:p>
                      <a:r>
                        <a:rPr lang="en-US" dirty="0"/>
                        <a:t>                            Person  Name</a:t>
                      </a:r>
                      <a:endParaRPr lang="en-IN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            Percentage of  Contribution</a:t>
                      </a:r>
                      <a:endParaRPr lang="en-IN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3618124080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algn="l"/>
                      <a:r>
                        <a:rPr lang="en-US" dirty="0"/>
                        <a:t>                                  Aditya</a:t>
                      </a:r>
                      <a:endParaRPr lang="en-IN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l"/>
                      <a:r>
                        <a:rPr lang="en-US" dirty="0"/>
                        <a:t>                           33.33%</a:t>
                      </a:r>
                      <a:endParaRPr lang="en-IN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2968062238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algn="l"/>
                      <a:r>
                        <a:rPr lang="en-US" dirty="0"/>
                        <a:t>                                 Nishant</a:t>
                      </a:r>
                      <a:endParaRPr lang="en-IN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l"/>
                      <a:r>
                        <a:rPr lang="en-US" dirty="0"/>
                        <a:t>                           33.33%</a:t>
                      </a:r>
                      <a:endParaRPr lang="en-IN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681948200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algn="l"/>
                      <a:r>
                        <a:rPr lang="en-US" dirty="0"/>
                        <a:t>                                 Sailesh</a:t>
                      </a:r>
                      <a:endParaRPr lang="en-IN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l"/>
                      <a:r>
                        <a:rPr lang="en-US" dirty="0"/>
                        <a:t>                           33.33%</a:t>
                      </a:r>
                      <a:endParaRPr lang="en-IN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2983137263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lang="en-US" b="1" dirty="0"/>
                        <a:t>                                  Total</a:t>
                      </a:r>
                      <a:endParaRPr lang="en-IN" b="1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b="1" dirty="0"/>
                        <a:t>                           100%</a:t>
                      </a:r>
                      <a:endParaRPr lang="en-IN" b="1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2512038578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802522519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Subtitle 2">
            <a:extLst>
              <a:ext uri="{FF2B5EF4-FFF2-40B4-BE49-F238E27FC236}">
                <a16:creationId xmlns:a16="http://schemas.microsoft.com/office/drawing/2014/main" id="{198E133A-ACF7-63CB-F711-AF420DDA00CB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2222090"/>
            <a:ext cx="9144000" cy="3035710"/>
          </a:xfrm>
        </p:spPr>
        <p:txBody>
          <a:bodyPr/>
          <a:lstStyle/>
          <a:p>
            <a:endParaRPr lang="en-US" b="1" dirty="0">
              <a:solidFill>
                <a:srgbClr val="BD0FB5"/>
              </a:solidFill>
              <a:latin typeface="Georgia" panose="02040502050405020303" pitchFamily="18" charset="0"/>
            </a:endParaRPr>
          </a:p>
          <a:p>
            <a:endParaRPr lang="en-US" b="1" dirty="0">
              <a:solidFill>
                <a:srgbClr val="BD0FB5"/>
              </a:solidFill>
              <a:latin typeface="Georgia" panose="02040502050405020303" pitchFamily="18" charset="0"/>
            </a:endParaRPr>
          </a:p>
          <a:p>
            <a:r>
              <a:rPr lang="en-US" sz="3600" b="1" dirty="0">
                <a:solidFill>
                  <a:srgbClr val="BD0FB5"/>
                </a:solidFill>
                <a:latin typeface="Georgia" panose="02040502050405020303" pitchFamily="18" charset="0"/>
              </a:rPr>
              <a:t>Thank You!</a:t>
            </a:r>
          </a:p>
          <a:p>
            <a:endParaRPr lang="en-IN" dirty="0"/>
          </a:p>
        </p:txBody>
      </p:sp>
    </p:spTree>
    <p:extLst>
      <p:ext uri="{BB962C8B-B14F-4D97-AF65-F5344CB8AC3E}">
        <p14:creationId xmlns:p14="http://schemas.microsoft.com/office/powerpoint/2010/main" val="1560445543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Metadata/LabelInfo.xml><?xml version="1.0" encoding="utf-8"?>
<clbl:labelList xmlns:clbl="http://schemas.microsoft.com/office/2020/mipLabelMetadata">
  <clbl:label id="{a8eec281-aaa3-4dae-ac9b-9a398b9215e7}" enabled="0" method="" siteId="{a8eec281-aaa3-4dae-ac9b-9a398b9215e7}" removed="1"/>
</clbl:labelList>
</file>

<file path=docProps/app.xml><?xml version="1.0" encoding="utf-8"?>
<Properties xmlns="http://schemas.openxmlformats.org/officeDocument/2006/extended-properties" xmlns:vt="http://schemas.openxmlformats.org/officeDocument/2006/docPropsVTypes">
  <TotalTime>1066</TotalTime>
  <Words>770</Words>
  <Application>Microsoft Office PowerPoint</Application>
  <PresentationFormat>Widescreen</PresentationFormat>
  <Paragraphs>138</Paragraphs>
  <Slides>11</Slides>
  <Notes>1</Notes>
  <HiddenSlides>0</HiddenSlides>
  <MMClips>0</MMClips>
  <ScaleCrop>false</ScaleCrop>
  <HeadingPairs>
    <vt:vector size="6" baseType="variant">
      <vt:variant>
        <vt:lpstr>Fonts Used</vt:lpstr>
      </vt:variant>
      <vt:variant>
        <vt:i4>7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11</vt:i4>
      </vt:variant>
    </vt:vector>
  </HeadingPairs>
  <TitlesOfParts>
    <vt:vector size="19" baseType="lpstr">
      <vt:lpstr>Aptos</vt:lpstr>
      <vt:lpstr>Aptos Display</vt:lpstr>
      <vt:lpstr>Arial</vt:lpstr>
      <vt:lpstr>Georgia</vt:lpstr>
      <vt:lpstr>Tahoma</vt:lpstr>
      <vt:lpstr>Times New Roman</vt:lpstr>
      <vt:lpstr>Tohama</vt:lpstr>
      <vt:lpstr>Office Theme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Sailesh Ananthanarayanan</dc:creator>
  <cp:lastModifiedBy>Sailesh Ananthanarayanan</cp:lastModifiedBy>
  <cp:revision>2</cp:revision>
  <dcterms:created xsi:type="dcterms:W3CDTF">2025-06-22T09:29:07Z</dcterms:created>
  <dcterms:modified xsi:type="dcterms:W3CDTF">2025-10-19T17:46:26Z</dcterms:modified>
</cp:coreProperties>
</file>